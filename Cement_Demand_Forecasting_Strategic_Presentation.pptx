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Cement Demand Forecasting Across Multiple Sites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Solution for Construction Industry</a:t>
            </a:r>
          </a:p>
          <a:p>
            <a:r>
              <a:t>Inventory Optimization &amp; Demand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solution for forecasting cement demand</a:t>
            </a:r>
          </a:p>
          <a:p>
            <a:r>
              <a:t>• Analyzes historical operational data and weather patterns</a:t>
            </a:r>
          </a:p>
          <a:p>
            <a:r>
              <a:t>• Predicts future cement consumption across multiple sites</a:t>
            </a:r>
          </a:p>
          <a:p>
            <a:r>
              <a:t>• Optimizes inventory management and reduces costs</a:t>
            </a:r>
          </a:p>
          <a:p>
            <a:r>
              <a:t>• Integrates site characteristics and behavioral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Construction sites face critical challenges:</a:t>
            </a:r>
          </a:p>
          <a:p/>
          <a:p>
            <a:r>
              <a:t>• Variable demand patterns across different sites</a:t>
            </a:r>
          </a:p>
          <a:p>
            <a:r>
              <a:t>• Weather-dependent construction activities</a:t>
            </a:r>
          </a:p>
          <a:p>
            <a:r>
              <a:t>• Different site behaviors (aggressive vs conservative)</a:t>
            </a:r>
          </a:p>
          <a:p>
            <a:r>
              <a:t>• Storage capacity constraints</a:t>
            </a:r>
          </a:p>
          <a:p>
            <a:r>
              <a:t>• Cost implications of stockouts vs excess inventory</a:t>
            </a:r>
          </a:p>
          <a:p/>
          <a:p>
            <a:r>
              <a:t>Solution: Predictive analytics for optimal inventory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SQLite Database with 3 main tables:</a:t>
            </a:r>
          </a:p>
          <a:p/>
          <a:p>
            <a:r>
              <a:t>Sites Table:</a:t>
            </a:r>
          </a:p>
          <a:p>
            <a:r>
              <a:t>• Site ID, Region (North/South/East)</a:t>
            </a:r>
          </a:p>
          <a:p>
            <a:r>
              <a:t>• Silo capacity, Ordering behavior</a:t>
            </a:r>
          </a:p>
          <a:p/>
          <a:p>
            <a:r>
              <a:t>Operations Table:</a:t>
            </a:r>
          </a:p>
          <a:p>
            <a:r>
              <a:t>• Daily transactions, Planned vs actual consumption</a:t>
            </a:r>
          </a:p>
          <a:p>
            <a:r>
              <a:t>• Inventory levels, Deliveries, Weather data</a:t>
            </a:r>
          </a:p>
          <a:p/>
          <a:p>
            <a:r>
              <a:t>CementTypes Table:</a:t>
            </a:r>
          </a:p>
          <a:p>
            <a:r>
              <a:t>• CEM_I, CEM_II, CEM_III specifications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🏗️ Multi-site Analysis</a:t>
            </a:r>
          </a:p>
          <a:p>
            <a:r>
              <a:t>   Forecasting across different geographic regions</a:t>
            </a:r>
          </a:p>
          <a:p/>
          <a:p>
            <a:r>
              <a:t>🌦️ Weather Integration</a:t>
            </a:r>
          </a:p>
          <a:p>
            <a:r>
              <a:t>   Incorporates rainfall and temperature data</a:t>
            </a:r>
          </a:p>
          <a:p/>
          <a:p>
            <a:r>
              <a:t>📊 Behavioral Patterns</a:t>
            </a:r>
          </a:p>
          <a:p>
            <a:r>
              <a:t>   Accounts for site-specific ordering behaviors</a:t>
            </a:r>
          </a:p>
          <a:p/>
          <a:p>
            <a:r>
              <a:t>📦 Inventory Optimization</a:t>
            </a:r>
          </a:p>
          <a:p>
            <a:r>
              <a:t>   Balances demand forecasting with storage constraints</a:t>
            </a:r>
          </a:p>
          <a:p/>
          <a:p>
            <a:r>
              <a:t>📈 Performance Tracking</a:t>
            </a:r>
          </a:p>
          <a:p>
            <a:r>
              <a:t>   Model evaluation and KPI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Data-Driven Decision Making:</a:t>
            </a:r>
          </a:p>
          <a:p>
            <a:r>
              <a:t>• Historical pattern analysis for trend identification</a:t>
            </a:r>
          </a:p>
          <a:p>
            <a:r>
              <a:t>• Real-time monitoring and adaptive forecasting</a:t>
            </a:r>
          </a:p>
          <a:p/>
          <a:p>
            <a:r>
              <a:t>🎯 Multi-Level Forecasting Strategy:</a:t>
            </a:r>
          </a:p>
          <a:p>
            <a:r>
              <a:t>• Site-specific models for local patterns</a:t>
            </a:r>
          </a:p>
          <a:p>
            <a:r>
              <a:t>• Regional aggregation for supply chain optimization</a:t>
            </a:r>
          </a:p>
          <a:p>
            <a:r>
              <a:t>• Cement type differentiation for specialized demand</a:t>
            </a:r>
          </a:p>
          <a:p/>
          <a:p>
            <a:r>
              <a:t>⚡ Agile Implementation:</a:t>
            </a:r>
          </a:p>
          <a:p>
            <a:r>
              <a:t>• Phased rollout across sites</a:t>
            </a:r>
          </a:p>
          <a:p>
            <a:r>
              <a:t>• Continuous model improvement</a:t>
            </a:r>
          </a:p>
          <a:p>
            <a:r>
              <a:t>• Stakeholder feedback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Processing:</a:t>
            </a:r>
          </a:p>
          <a:p>
            <a:r>
              <a:t>• SQLite database integration</a:t>
            </a:r>
          </a:p>
          <a:p>
            <a:r>
              <a:t>• Feature engineering and data cleaning</a:t>
            </a:r>
          </a:p>
          <a:p>
            <a:r>
              <a:t>• Time-based feature creation</a:t>
            </a:r>
          </a:p>
          <a:p/>
          <a:p>
            <a:r>
              <a:t>Machine Learning Pipeline:</a:t>
            </a:r>
          </a:p>
          <a:p>
            <a:r>
              <a:t>• Decision Trees, Time Series models</a:t>
            </a:r>
          </a:p>
          <a:p>
            <a:r>
              <a:t>• Historical consumption + weather features</a:t>
            </a:r>
          </a:p>
          <a:p>
            <a:r>
              <a:t>• Time-series cross-validation</a:t>
            </a:r>
          </a:p>
          <a:p/>
          <a:p>
            <a:r>
              <a:t>Key Technologies:</a:t>
            </a:r>
          </a:p>
          <a:p>
            <a:r>
              <a:t>• Python, Pandas, Scikit-learn</a:t>
            </a:r>
          </a:p>
          <a:p>
            <a:r>
              <a:t>• Jupyter Notebook, SQLite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 Accuracy:</a:t>
            </a:r>
          </a:p>
          <a:p>
            <a:r>
              <a:t>• MAPE (Mean Absolute Percentage Error)</a:t>
            </a:r>
          </a:p>
          <a:p>
            <a:r>
              <a:t>• RMSE (Root Mean Square Error)</a:t>
            </a:r>
          </a:p>
          <a:p>
            <a:r>
              <a:t>• MAE (Mean Absolute Error)</a:t>
            </a:r>
          </a:p>
          <a:p/>
          <a:p>
            <a:r>
              <a:t>Inventory KPIs:</a:t>
            </a:r>
          </a:p>
          <a:p>
            <a:r>
              <a:t>• Stockout frequency reduction</a:t>
            </a:r>
          </a:p>
          <a:p>
            <a:r>
              <a:t>• Excess inventory cost optimization</a:t>
            </a:r>
          </a:p>
          <a:p/>
          <a:p>
            <a:r>
              <a:t>Operational Metrics:</a:t>
            </a:r>
          </a:p>
          <a:p>
            <a:r>
              <a:t>• Delivery optimization</a:t>
            </a:r>
          </a:p>
          <a:p>
            <a:r>
              <a:t>• Capacity utilization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Foundation (Months 1-2)</a:t>
            </a:r>
          </a:p>
          <a:p>
            <a:r>
              <a:t>• Data infrastructure setup</a:t>
            </a:r>
          </a:p>
          <a:p>
            <a:r>
              <a:t>• Historical data analysis and cleaning</a:t>
            </a:r>
          </a:p>
          <a:p>
            <a:r>
              <a:t>• Baseline model development</a:t>
            </a:r>
          </a:p>
          <a:p/>
          <a:p>
            <a:r>
              <a:t>Phase 2: Pilot Testing (Months 3-4)</a:t>
            </a:r>
          </a:p>
          <a:p>
            <a:r>
              <a:t>• Deploy models at 2-3 selected sites</a:t>
            </a:r>
          </a:p>
          <a:p>
            <a:r>
              <a:t>• Monitor performance and gather feedback</a:t>
            </a:r>
          </a:p>
          <a:p>
            <a:r>
              <a:t>• Refine algorithms based on real-world results</a:t>
            </a:r>
          </a:p>
          <a:p/>
          <a:p>
            <a:r>
              <a:t>Phase 3: Full Deployment (Months 5-6)</a:t>
            </a:r>
          </a:p>
          <a:p>
            <a:r>
              <a:t>• Roll out across all sites</a:t>
            </a:r>
          </a:p>
          <a:p>
            <a:r>
              <a:t>• Integration with existing systems</a:t>
            </a:r>
          </a:p>
          <a:p>
            <a:r>
              <a:t>• Staff training and change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🛡️ Data Quality Assurance:</a:t>
            </a:r>
          </a:p>
          <a:p>
            <a:r>
              <a:t>• Automated data validation checks</a:t>
            </a:r>
          </a:p>
          <a:p>
            <a:r>
              <a:t>• Outlier detection and handling protocols</a:t>
            </a:r>
          </a:p>
          <a:p>
            <a:r>
              <a:t>• Regular data audit procedures</a:t>
            </a:r>
          </a:p>
          <a:p/>
          <a:p>
            <a:r>
              <a:t>⚠️ Model Reliability:</a:t>
            </a:r>
          </a:p>
          <a:p>
            <a:r>
              <a:t>• Ensemble methods for robust predictions</a:t>
            </a:r>
          </a:p>
          <a:p>
            <a:r>
              <a:t>• Confidence intervals for uncertainty quantification</a:t>
            </a:r>
          </a:p>
          <a:p>
            <a:r>
              <a:t>• Fallback to historical averages when needed</a:t>
            </a:r>
          </a:p>
          <a:p/>
          <a:p>
            <a:r>
              <a:t>🔄 Operational Continuity:</a:t>
            </a:r>
          </a:p>
          <a:p>
            <a:r>
              <a:t>• Manual override capabilities</a:t>
            </a:r>
          </a:p>
          <a:p>
            <a:r>
              <a:t>• Regular model retraining schedules</a:t>
            </a:r>
          </a:p>
          <a:p>
            <a:r>
              <a:t>• Performance monitoring dashboards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Insights:</a:t>
            </a:r>
          </a:p>
          <a:p>
            <a:r>
              <a:t>• Weather and historical consumption are key predictors</a:t>
            </a:r>
          </a:p>
          <a:p>
            <a:r>
              <a:t>• Site behavior patterns significantly impact demand variability</a:t>
            </a:r>
          </a:p>
          <a:p>
            <a:r>
              <a:t>• Regional differences require tailored forecasting approaches</a:t>
            </a:r>
          </a:p>
          <a:p/>
          <a:p>
            <a:r>
              <a:t>Business Benefits:</a:t>
            </a:r>
          </a:p>
          <a:p>
            <a:r>
              <a:t>✅ Optimized inventory levels across sites</a:t>
            </a:r>
          </a:p>
          <a:p>
            <a:r>
              <a:t>✅ Reduced stockout incidents</a:t>
            </a:r>
          </a:p>
          <a:p>
            <a:r>
              <a:t>✅ Improved delivery scheduling</a:t>
            </a:r>
          </a:p>
          <a:p>
            <a:r>
              <a:t>✅ Enhanced capacity utilization</a:t>
            </a:r>
          </a:p>
          <a:p>
            <a:r>
              <a:t>✅ Cost reduction through better 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📈 Forecast Accuracy Targets:</a:t>
            </a:r>
          </a:p>
          <a:p>
            <a:r>
              <a:t>• MAPE &lt; 15% for weekly forecasts</a:t>
            </a:r>
          </a:p>
          <a:p>
            <a:r>
              <a:t>• RMSE reduction of 25% vs baseline</a:t>
            </a:r>
          </a:p>
          <a:p>
            <a:r>
              <a:t>• 90% prediction confidence intervals</a:t>
            </a:r>
          </a:p>
          <a:p/>
          <a:p>
            <a:r>
              <a:t>💰 Financial Impact Goals:</a:t>
            </a:r>
          </a:p>
          <a:p>
            <a:r>
              <a:t>• 20% reduction in inventory holding costs</a:t>
            </a:r>
          </a:p>
          <a:p>
            <a:r>
              <a:t>• 30% decrease in stockout incidents</a:t>
            </a:r>
          </a:p>
          <a:p>
            <a:r>
              <a:t>• 15% improvement in delivery efficiency</a:t>
            </a:r>
          </a:p>
          <a:p/>
          <a:p>
            <a:r>
              <a:t>⏱️ Operational Excellence:</a:t>
            </a:r>
          </a:p>
          <a:p>
            <a:r>
              <a:t>• 95% system uptime</a:t>
            </a:r>
          </a:p>
          <a:p>
            <a:r>
              <a:t>• &lt;2 hour model refresh cycles</a:t>
            </a:r>
          </a:p>
          <a:p>
            <a:r>
              <a:t>• 100% site coverage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📁 Main Components:</a:t>
            </a:r>
          </a:p>
          <a:p>
            <a:r>
              <a:t>• Cement_Demand_Forecasting.ipynb - Analysis notebook</a:t>
            </a:r>
          </a:p>
          <a:p>
            <a:r>
              <a:t>• MIG_Cement_Records.db - SQLite database</a:t>
            </a:r>
          </a:p>
          <a:p>
            <a:r>
              <a:t>• cement_forecast_results.parquet - Predictions</a:t>
            </a:r>
          </a:p>
          <a:p>
            <a:r>
              <a:t>• Model_performance_summary.csv - Metrics</a:t>
            </a:r>
          </a:p>
          <a:p>
            <a:r>
              <a:t>• feature_importance_dt.png - Visualizations</a:t>
            </a:r>
          </a:p>
          <a:p/>
          <a:p>
            <a:r>
              <a:t>📋 Supporting Files:</a:t>
            </a:r>
          </a:p>
          <a:p>
            <a:r>
              <a:t>• requirements.txt - Dependencies</a:t>
            </a:r>
          </a:p>
          <a:p>
            <a:r>
              <a:t>• historical_kpi_summary.csv - KPI analysis</a:t>
            </a:r>
          </a:p>
          <a:p>
            <a:r>
              <a:t>• run_app.bat - Application launcher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Management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👥 Stakeholder Engagement:</a:t>
            </a:r>
          </a:p>
          <a:p>
            <a:r>
              <a:t>• Site manager training programs</a:t>
            </a:r>
          </a:p>
          <a:p>
            <a:r>
              <a:t>• Regular communication and updates</a:t>
            </a:r>
          </a:p>
          <a:p>
            <a:r>
              <a:t>• Success story sharing across sites</a:t>
            </a:r>
          </a:p>
          <a:p/>
          <a:p>
            <a:r>
              <a:t>📚 Knowledge Transfer:</a:t>
            </a:r>
          </a:p>
          <a:p>
            <a:r>
              <a:t>• Documentation and user guides</a:t>
            </a:r>
          </a:p>
          <a:p>
            <a:r>
              <a:t>• Hands-on workshops and training sessions</a:t>
            </a:r>
          </a:p>
          <a:p>
            <a:r>
              <a:t>• Dedicated support team during transition</a:t>
            </a:r>
          </a:p>
          <a:p/>
          <a:p>
            <a:r>
              <a:t>🎯 Adoption Incentives:</a:t>
            </a:r>
          </a:p>
          <a:p>
            <a:r>
              <a:t>• Performance-based recognition programs</a:t>
            </a:r>
          </a:p>
          <a:p>
            <a:r>
              <a:t>• Clear demonstration of benefits</a:t>
            </a:r>
          </a:p>
          <a:p>
            <a:r>
              <a:t>• Gradual transition with safety nets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🔄 Real-time data integration</a:t>
            </a:r>
          </a:p>
          <a:p>
            <a:r>
              <a:t>🧠 Advanced time series models (LSTM, Prophet)</a:t>
            </a:r>
          </a:p>
          <a:p>
            <a:r>
              <a:t>📅 Multi-step ahead forecasting</a:t>
            </a:r>
          </a:p>
          <a:p>
            <a:r>
              <a:t>🤖 Automated model retraining</a:t>
            </a:r>
          </a:p>
          <a:p>
            <a:r>
              <a:t>📊 Interactive dashboard development</a:t>
            </a:r>
          </a:p>
          <a:p>
            <a:r>
              <a:t>🔗 ERP system integration</a:t>
            </a:r>
          </a:p>
          <a:p>
            <a:r>
              <a:t>📱 Mobile application for field teams</a:t>
            </a:r>
          </a:p>
          <a:p>
            <a:r>
              <a:t>☁️ Cloud deployment for scalability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👨‍💻 Human Resources:</a:t>
            </a:r>
          </a:p>
          <a:p>
            <a:r>
              <a:t>• 1 Data Scientist (Lead)</a:t>
            </a:r>
          </a:p>
          <a:p>
            <a:r>
              <a:t>• 1 ML Engineer (Implementation)</a:t>
            </a:r>
          </a:p>
          <a:p>
            <a:r>
              <a:t>• 1 Business Analyst (Requirements)</a:t>
            </a:r>
          </a:p>
          <a:p>
            <a:r>
              <a:t>• Site coordinators (Part-time)</a:t>
            </a:r>
          </a:p>
          <a:p/>
          <a:p>
            <a:r>
              <a:t>💻 Technical Infrastructure:</a:t>
            </a:r>
          </a:p>
          <a:p>
            <a:r>
              <a:t>• Cloud computing resources</a:t>
            </a:r>
          </a:p>
          <a:p>
            <a:r>
              <a:t>• Database storage and backup systems</a:t>
            </a:r>
          </a:p>
          <a:p>
            <a:r>
              <a:t>• Monitoring and alerting tools</a:t>
            </a:r>
          </a:p>
          <a:p/>
          <a:p>
            <a:r>
              <a:t>💵 Budget Allocation:</a:t>
            </a:r>
          </a:p>
          <a:p>
            <a:r>
              <a:t>• Development: 40%</a:t>
            </a:r>
          </a:p>
          <a:p>
            <a:r>
              <a:t>• Infrastructure: 30%</a:t>
            </a:r>
          </a:p>
          <a:p>
            <a:r>
              <a:t>• Training &amp; Support: 20%</a:t>
            </a:r>
          </a:p>
          <a:p>
            <a:r>
              <a:t>• Contingency: 10%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  <a:p/>
          <a:p>
            <a:r>
              <a:t>Cement Demand Forecasting Project</a:t>
            </a:r>
          </a:p>
          <a:p>
            <a:r>
              <a:t>Data Science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