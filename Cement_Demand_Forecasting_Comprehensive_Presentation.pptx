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5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4" r:id="rId6"/>
    <p:sldId id="275" r:id="rId7"/>
    <p:sldId id="264" r:id="rId8"/>
    <p:sldId id="263" r:id="rId9"/>
    <p:sldId id="276" r:id="rId10"/>
    <p:sldId id="269" r:id="rId11"/>
    <p:sldId id="270" r:id="rId12"/>
    <p:sldId id="261" r:id="rId13"/>
    <p:sldId id="262" r:id="rId14"/>
    <p:sldId id="265" r:id="rId15"/>
    <p:sldId id="267" r:id="rId16"/>
    <p:sldId id="266" r:id="rId17"/>
    <p:sldId id="27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EEF1B8-8E82-430E-81B9-0EFC9645FE41}" v="71" dt="2025-11-15T18:13:49.5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242" autoAdjust="0"/>
  </p:normalViewPr>
  <p:slideViewPr>
    <p:cSldViewPr snapToGrid="0" snapToObjects="1">
      <p:cViewPr varScale="1">
        <p:scale>
          <a:sx n="67" d="100"/>
          <a:sy n="67" d="100"/>
        </p:scale>
        <p:origin x="1032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luwadamilare Hassan" userId="8b044df54918b87a" providerId="LiveId" clId="{EC7E3269-3EC9-46E7-AF22-67F00095652B}"/>
    <pc:docChg chg="undo redo custSel addSld delSld modSld sldOrd">
      <pc:chgData name="Oluwadamilare Hassan" userId="8b044df54918b87a" providerId="LiveId" clId="{EC7E3269-3EC9-46E7-AF22-67F00095652B}" dt="2025-11-15T18:26:47.797" v="705" actId="20577"/>
      <pc:docMkLst>
        <pc:docMk/>
      </pc:docMkLst>
      <pc:sldChg chg="addSp modSp mod setBg addAnim modNotesTx">
        <pc:chgData name="Oluwadamilare Hassan" userId="8b044df54918b87a" providerId="LiveId" clId="{EC7E3269-3EC9-46E7-AF22-67F00095652B}" dt="2025-11-15T17:43:25.523" v="504"/>
        <pc:sldMkLst>
          <pc:docMk/>
          <pc:sldMk cId="0" sldId="256"/>
        </pc:sldMkLst>
        <pc:spChg chg="mod">
          <ac:chgData name="Oluwadamilare Hassan" userId="8b044df54918b87a" providerId="LiveId" clId="{EC7E3269-3EC9-46E7-AF22-67F00095652B}" dt="2025-11-15T17:43:25.523" v="502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Oluwadamilare Hassan" userId="8b044df54918b87a" providerId="LiveId" clId="{EC7E3269-3EC9-46E7-AF22-67F00095652B}" dt="2025-11-15T17:43:25.523" v="502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Oluwadamilare Hassan" userId="8b044df54918b87a" providerId="LiveId" clId="{EC7E3269-3EC9-46E7-AF22-67F00095652B}" dt="2025-11-15T17:43:25.523" v="502" actId="26606"/>
          <ac:spMkLst>
            <pc:docMk/>
            <pc:sldMk cId="0" sldId="256"/>
            <ac:spMk id="9" creationId="{F609FF9A-4FCE-468E-A86A-C9AB525EAE71}"/>
          </ac:spMkLst>
        </pc:spChg>
        <pc:spChg chg="add">
          <ac:chgData name="Oluwadamilare Hassan" userId="8b044df54918b87a" providerId="LiveId" clId="{EC7E3269-3EC9-46E7-AF22-67F00095652B}" dt="2025-11-15T17:43:25.523" v="502" actId="26606"/>
          <ac:spMkLst>
            <pc:docMk/>
            <pc:sldMk cId="0" sldId="256"/>
            <ac:spMk id="11" creationId="{021E12D4-3A88-428D-8E5E-AF1AFD923D63}"/>
          </ac:spMkLst>
        </pc:spChg>
        <pc:picChg chg="add">
          <ac:chgData name="Oluwadamilare Hassan" userId="8b044df54918b87a" providerId="LiveId" clId="{EC7E3269-3EC9-46E7-AF22-67F00095652B}" dt="2025-11-15T17:43:25.523" v="502" actId="26606"/>
          <ac:picMkLst>
            <pc:docMk/>
            <pc:sldMk cId="0" sldId="256"/>
            <ac:picMk id="5" creationId="{B62AAC01-4141-27FB-E2DE-2095DA597E23}"/>
          </ac:picMkLst>
        </pc:picChg>
      </pc:sldChg>
      <pc:sldChg chg="addSp modSp mod setBg">
        <pc:chgData name="Oluwadamilare Hassan" userId="8b044df54918b87a" providerId="LiveId" clId="{EC7E3269-3EC9-46E7-AF22-67F00095652B}" dt="2025-11-15T17:43:11.503" v="501" actId="26606"/>
        <pc:sldMkLst>
          <pc:docMk/>
          <pc:sldMk cId="0" sldId="257"/>
        </pc:sldMkLst>
        <pc:spChg chg="mod">
          <ac:chgData name="Oluwadamilare Hassan" userId="8b044df54918b87a" providerId="LiveId" clId="{EC7E3269-3EC9-46E7-AF22-67F00095652B}" dt="2025-11-15T17:43:11.503" v="501" actId="26606"/>
          <ac:spMkLst>
            <pc:docMk/>
            <pc:sldMk cId="0" sldId="257"/>
            <ac:spMk id="2" creationId="{00000000-0000-0000-0000-000000000000}"/>
          </ac:spMkLst>
        </pc:spChg>
        <pc:spChg chg="mod">
          <ac:chgData name="Oluwadamilare Hassan" userId="8b044df54918b87a" providerId="LiveId" clId="{EC7E3269-3EC9-46E7-AF22-67F00095652B}" dt="2025-11-15T17:43:11.503" v="501" actId="26606"/>
          <ac:spMkLst>
            <pc:docMk/>
            <pc:sldMk cId="0" sldId="257"/>
            <ac:spMk id="3" creationId="{00000000-0000-0000-0000-000000000000}"/>
          </ac:spMkLst>
        </pc:spChg>
        <pc:spChg chg="add">
          <ac:chgData name="Oluwadamilare Hassan" userId="8b044df54918b87a" providerId="LiveId" clId="{EC7E3269-3EC9-46E7-AF22-67F00095652B}" dt="2025-11-15T17:43:11.503" v="501" actId="26606"/>
          <ac:spMkLst>
            <pc:docMk/>
            <pc:sldMk cId="0" sldId="257"/>
            <ac:spMk id="9" creationId="{C0763A76-9F1C-4FC5-82B7-DD475DA461B2}"/>
          </ac:spMkLst>
        </pc:spChg>
        <pc:spChg chg="add">
          <ac:chgData name="Oluwadamilare Hassan" userId="8b044df54918b87a" providerId="LiveId" clId="{EC7E3269-3EC9-46E7-AF22-67F00095652B}" dt="2025-11-15T17:43:11.503" v="501" actId="26606"/>
          <ac:spMkLst>
            <pc:docMk/>
            <pc:sldMk cId="0" sldId="257"/>
            <ac:spMk id="11" creationId="{E81BF4F6-F2CF-4984-9D14-D6966D92F99F}"/>
          </ac:spMkLst>
        </pc:spChg>
        <pc:picChg chg="add">
          <ac:chgData name="Oluwadamilare Hassan" userId="8b044df54918b87a" providerId="LiveId" clId="{EC7E3269-3EC9-46E7-AF22-67F00095652B}" dt="2025-11-15T17:43:11.503" v="501" actId="26606"/>
          <ac:picMkLst>
            <pc:docMk/>
            <pc:sldMk cId="0" sldId="257"/>
            <ac:picMk id="5" creationId="{EB3846FD-9242-15BA-47B7-1BD1F4293BEF}"/>
          </ac:picMkLst>
        </pc:picChg>
      </pc:sldChg>
      <pc:sldChg chg="addSp modSp mod setBg">
        <pc:chgData name="Oluwadamilare Hassan" userId="8b044df54918b87a" providerId="LiveId" clId="{EC7E3269-3EC9-46E7-AF22-67F00095652B}" dt="2025-11-15T18:17:18.692" v="690" actId="5793"/>
        <pc:sldMkLst>
          <pc:docMk/>
          <pc:sldMk cId="0" sldId="258"/>
        </pc:sldMkLst>
        <pc:spChg chg="mod">
          <ac:chgData name="Oluwadamilare Hassan" userId="8b044df54918b87a" providerId="LiveId" clId="{EC7E3269-3EC9-46E7-AF22-67F00095652B}" dt="2025-11-15T17:12:10.448" v="369" actId="26606"/>
          <ac:spMkLst>
            <pc:docMk/>
            <pc:sldMk cId="0" sldId="258"/>
            <ac:spMk id="2" creationId="{00000000-0000-0000-0000-000000000000}"/>
          </ac:spMkLst>
        </pc:spChg>
        <pc:spChg chg="mod">
          <ac:chgData name="Oluwadamilare Hassan" userId="8b044df54918b87a" providerId="LiveId" clId="{EC7E3269-3EC9-46E7-AF22-67F00095652B}" dt="2025-11-15T18:17:18.692" v="690" actId="5793"/>
          <ac:spMkLst>
            <pc:docMk/>
            <pc:sldMk cId="0" sldId="258"/>
            <ac:spMk id="3" creationId="{00000000-0000-0000-0000-000000000000}"/>
          </ac:spMkLst>
        </pc:spChg>
        <pc:spChg chg="add">
          <ac:chgData name="Oluwadamilare Hassan" userId="8b044df54918b87a" providerId="LiveId" clId="{EC7E3269-3EC9-46E7-AF22-67F00095652B}" dt="2025-11-15T17:12:10.448" v="369" actId="26606"/>
          <ac:spMkLst>
            <pc:docMk/>
            <pc:sldMk cId="0" sldId="258"/>
            <ac:spMk id="9" creationId="{C0763A76-9F1C-4FC5-82B7-DD475DA461B2}"/>
          </ac:spMkLst>
        </pc:spChg>
        <pc:spChg chg="add">
          <ac:chgData name="Oluwadamilare Hassan" userId="8b044df54918b87a" providerId="LiveId" clId="{EC7E3269-3EC9-46E7-AF22-67F00095652B}" dt="2025-11-15T17:12:10.448" v="369" actId="26606"/>
          <ac:spMkLst>
            <pc:docMk/>
            <pc:sldMk cId="0" sldId="258"/>
            <ac:spMk id="11" creationId="{E81BF4F6-F2CF-4984-9D14-D6966D92F99F}"/>
          </ac:spMkLst>
        </pc:spChg>
        <pc:picChg chg="add">
          <ac:chgData name="Oluwadamilare Hassan" userId="8b044df54918b87a" providerId="LiveId" clId="{EC7E3269-3EC9-46E7-AF22-67F00095652B}" dt="2025-11-15T17:12:10.448" v="369" actId="26606"/>
          <ac:picMkLst>
            <pc:docMk/>
            <pc:sldMk cId="0" sldId="258"/>
            <ac:picMk id="5" creationId="{AF3E2608-8232-BBB6-7E83-A371CE148410}"/>
          </ac:picMkLst>
        </pc:picChg>
      </pc:sldChg>
      <pc:sldChg chg="addSp delSp modSp mod">
        <pc:chgData name="Oluwadamilare Hassan" userId="8b044df54918b87a" providerId="LiveId" clId="{EC7E3269-3EC9-46E7-AF22-67F00095652B}" dt="2025-11-15T17:11:15.516" v="368" actId="26606"/>
        <pc:sldMkLst>
          <pc:docMk/>
          <pc:sldMk cId="0" sldId="259"/>
        </pc:sldMkLst>
        <pc:spChg chg="del mod">
          <ac:chgData name="Oluwadamilare Hassan" userId="8b044df54918b87a" providerId="LiveId" clId="{EC7E3269-3EC9-46E7-AF22-67F00095652B}" dt="2025-11-15T17:11:15.516" v="368" actId="26606"/>
          <ac:spMkLst>
            <pc:docMk/>
            <pc:sldMk cId="0" sldId="259"/>
            <ac:spMk id="3" creationId="{00000000-0000-0000-0000-000000000000}"/>
          </ac:spMkLst>
        </pc:spChg>
        <pc:graphicFrameChg chg="add">
          <ac:chgData name="Oluwadamilare Hassan" userId="8b044df54918b87a" providerId="LiveId" clId="{EC7E3269-3EC9-46E7-AF22-67F00095652B}" dt="2025-11-15T17:11:15.516" v="368" actId="26606"/>
          <ac:graphicFrameMkLst>
            <pc:docMk/>
            <pc:sldMk cId="0" sldId="259"/>
            <ac:graphicFrameMk id="5" creationId="{FDAD058A-D4A0-3C24-24BE-6A6C8CC963F9}"/>
          </ac:graphicFrameMkLst>
        </pc:graphicFrameChg>
      </pc:sldChg>
      <pc:sldChg chg="modSp del mod">
        <pc:chgData name="Oluwadamilare Hassan" userId="8b044df54918b87a" providerId="LiveId" clId="{EC7E3269-3EC9-46E7-AF22-67F00095652B}" dt="2025-11-15T17:08:35.521" v="364" actId="2696"/>
        <pc:sldMkLst>
          <pc:docMk/>
          <pc:sldMk cId="0" sldId="260"/>
        </pc:sldMkLst>
        <pc:spChg chg="mod">
          <ac:chgData name="Oluwadamilare Hassan" userId="8b044df54918b87a" providerId="LiveId" clId="{EC7E3269-3EC9-46E7-AF22-67F00095652B}" dt="2025-11-14T16:18:16.174" v="124" actId="20577"/>
          <ac:spMkLst>
            <pc:docMk/>
            <pc:sldMk cId="0" sldId="260"/>
            <ac:spMk id="3" creationId="{00000000-0000-0000-0000-000000000000}"/>
          </ac:spMkLst>
        </pc:spChg>
      </pc:sldChg>
      <pc:sldChg chg="addSp delSp modSp mod ord setBg modNotesTx">
        <pc:chgData name="Oluwadamilare Hassan" userId="8b044df54918b87a" providerId="LiveId" clId="{EC7E3269-3EC9-46E7-AF22-67F00095652B}" dt="2025-11-15T18:23:24.404" v="694"/>
        <pc:sldMkLst>
          <pc:docMk/>
          <pc:sldMk cId="0" sldId="261"/>
        </pc:sldMkLst>
        <pc:spChg chg="mod">
          <ac:chgData name="Oluwadamilare Hassan" userId="8b044df54918b87a" providerId="LiveId" clId="{EC7E3269-3EC9-46E7-AF22-67F00095652B}" dt="2025-11-15T17:09:45.293" v="367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Oluwadamilare Hassan" userId="8b044df54918b87a" providerId="LiveId" clId="{EC7E3269-3EC9-46E7-AF22-67F00095652B}" dt="2025-11-15T17:09:45.293" v="367" actId="26606"/>
          <ac:spMkLst>
            <pc:docMk/>
            <pc:sldMk cId="0" sldId="261"/>
            <ac:spMk id="3" creationId="{00000000-0000-0000-0000-000000000000}"/>
          </ac:spMkLst>
        </pc:spChg>
        <pc:spChg chg="add del">
          <ac:chgData name="Oluwadamilare Hassan" userId="8b044df54918b87a" providerId="LiveId" clId="{EC7E3269-3EC9-46E7-AF22-67F00095652B}" dt="2025-11-15T17:09:45.293" v="367" actId="26606"/>
          <ac:spMkLst>
            <pc:docMk/>
            <pc:sldMk cId="0" sldId="261"/>
            <ac:spMk id="9" creationId="{9F7D5CDA-D291-4307-BF55-1381FED29634}"/>
          </ac:spMkLst>
        </pc:spChg>
        <pc:spChg chg="add">
          <ac:chgData name="Oluwadamilare Hassan" userId="8b044df54918b87a" providerId="LiveId" clId="{EC7E3269-3EC9-46E7-AF22-67F00095652B}" dt="2025-11-15T17:09:45.293" v="367" actId="26606"/>
          <ac:spMkLst>
            <pc:docMk/>
            <pc:sldMk cId="0" sldId="261"/>
            <ac:spMk id="14" creationId="{3ECBE1F1-D69B-4AFA-ABD5-8E41720EF6DE}"/>
          </ac:spMkLst>
        </pc:spChg>
        <pc:spChg chg="add">
          <ac:chgData name="Oluwadamilare Hassan" userId="8b044df54918b87a" providerId="LiveId" clId="{EC7E3269-3EC9-46E7-AF22-67F00095652B}" dt="2025-11-15T17:09:45.293" v="367" actId="26606"/>
          <ac:spMkLst>
            <pc:docMk/>
            <pc:sldMk cId="0" sldId="261"/>
            <ac:spMk id="16" creationId="{603A6265-E10C-4B85-9C20-E75FCAF9CC63}"/>
          </ac:spMkLst>
        </pc:spChg>
        <pc:picChg chg="add mod ord">
          <ac:chgData name="Oluwadamilare Hassan" userId="8b044df54918b87a" providerId="LiveId" clId="{EC7E3269-3EC9-46E7-AF22-67F00095652B}" dt="2025-11-15T17:09:45.293" v="367" actId="26606"/>
          <ac:picMkLst>
            <pc:docMk/>
            <pc:sldMk cId="0" sldId="261"/>
            <ac:picMk id="5" creationId="{47ADE106-DEDE-D03B-B623-4EF46A8210E3}"/>
          </ac:picMkLst>
        </pc:picChg>
      </pc:sldChg>
      <pc:sldChg chg="addSp delSp modSp mod ord">
        <pc:chgData name="Oluwadamilare Hassan" userId="8b044df54918b87a" providerId="LiveId" clId="{EC7E3269-3EC9-46E7-AF22-67F00095652B}" dt="2025-11-14T16:45:22.200" v="333"/>
        <pc:sldMkLst>
          <pc:docMk/>
          <pc:sldMk cId="0" sldId="262"/>
        </pc:sldMkLst>
        <pc:spChg chg="add del mod">
          <ac:chgData name="Oluwadamilare Hassan" userId="8b044df54918b87a" providerId="LiveId" clId="{EC7E3269-3EC9-46E7-AF22-67F00095652B}" dt="2025-11-14T16:30:28.915" v="192" actId="478"/>
          <ac:spMkLst>
            <pc:docMk/>
            <pc:sldMk cId="0" sldId="262"/>
            <ac:spMk id="2" creationId="{00000000-0000-0000-0000-000000000000}"/>
          </ac:spMkLst>
        </pc:spChg>
        <pc:spChg chg="add del mod">
          <ac:chgData name="Oluwadamilare Hassan" userId="8b044df54918b87a" providerId="LiveId" clId="{EC7E3269-3EC9-46E7-AF22-67F00095652B}" dt="2025-11-14T16:30:14.443" v="189" actId="1076"/>
          <ac:spMkLst>
            <pc:docMk/>
            <pc:sldMk cId="0" sldId="262"/>
            <ac:spMk id="3" creationId="{00000000-0000-0000-0000-000000000000}"/>
          </ac:spMkLst>
        </pc:spChg>
        <pc:spChg chg="del mod">
          <ac:chgData name="Oluwadamilare Hassan" userId="8b044df54918b87a" providerId="LiveId" clId="{EC7E3269-3EC9-46E7-AF22-67F00095652B}" dt="2025-11-14T16:29:18.334" v="180"/>
          <ac:spMkLst>
            <pc:docMk/>
            <pc:sldMk cId="0" sldId="262"/>
            <ac:spMk id="5" creationId="{00000000-0000-0000-0000-000000000000}"/>
          </ac:spMkLst>
        </pc:spChg>
        <pc:picChg chg="mod">
          <ac:chgData name="Oluwadamilare Hassan" userId="8b044df54918b87a" providerId="LiveId" clId="{EC7E3269-3EC9-46E7-AF22-67F00095652B}" dt="2025-11-14T16:30:18.167" v="190" actId="1076"/>
          <ac:picMkLst>
            <pc:docMk/>
            <pc:sldMk cId="0" sldId="262"/>
            <ac:picMk id="4" creationId="{00000000-0000-0000-0000-000000000000}"/>
          </ac:picMkLst>
        </pc:picChg>
      </pc:sldChg>
      <pc:sldChg chg="addSp delSp modSp mod setBg">
        <pc:chgData name="Oluwadamilare Hassan" userId="8b044df54918b87a" providerId="LiveId" clId="{EC7E3269-3EC9-46E7-AF22-67F00095652B}" dt="2025-11-15T16:52:40.182" v="345" actId="14100"/>
        <pc:sldMkLst>
          <pc:docMk/>
          <pc:sldMk cId="0" sldId="263"/>
        </pc:sldMkLst>
        <pc:spChg chg="del mod">
          <ac:chgData name="Oluwadamilare Hassan" userId="8b044df54918b87a" providerId="LiveId" clId="{EC7E3269-3EC9-46E7-AF22-67F00095652B}" dt="2025-11-14T16:44:56.300" v="327" actId="478"/>
          <ac:spMkLst>
            <pc:docMk/>
            <pc:sldMk cId="0" sldId="263"/>
            <ac:spMk id="2" creationId="{00000000-0000-0000-0000-000000000000}"/>
          </ac:spMkLst>
        </pc:spChg>
        <pc:spChg chg="mod">
          <ac:chgData name="Oluwadamilare Hassan" userId="8b044df54918b87a" providerId="LiveId" clId="{EC7E3269-3EC9-46E7-AF22-67F00095652B}" dt="2025-11-15T16:49:36.636" v="342" actId="26606"/>
          <ac:spMkLst>
            <pc:docMk/>
            <pc:sldMk cId="0" sldId="263"/>
            <ac:spMk id="3" creationId="{00000000-0000-0000-0000-000000000000}"/>
          </ac:spMkLst>
        </pc:spChg>
        <pc:spChg chg="del mod">
          <ac:chgData name="Oluwadamilare Hassan" userId="8b044df54918b87a" providerId="LiveId" clId="{EC7E3269-3EC9-46E7-AF22-67F00095652B}" dt="2025-11-14T16:32:17.658" v="195"/>
          <ac:spMkLst>
            <pc:docMk/>
            <pc:sldMk cId="0" sldId="263"/>
            <ac:spMk id="5" creationId="{00000000-0000-0000-0000-000000000000}"/>
          </ac:spMkLst>
        </pc:spChg>
        <pc:spChg chg="add del">
          <ac:chgData name="Oluwadamilare Hassan" userId="8b044df54918b87a" providerId="LiveId" clId="{EC7E3269-3EC9-46E7-AF22-67F00095652B}" dt="2025-11-15T16:49:36.636" v="342" actId="26606"/>
          <ac:spMkLst>
            <pc:docMk/>
            <pc:sldMk cId="0" sldId="263"/>
            <ac:spMk id="12" creationId="{D4771268-CB57-404A-9271-370EB28F6090}"/>
          </ac:spMkLst>
        </pc:spChg>
        <pc:spChg chg="add">
          <ac:chgData name="Oluwadamilare Hassan" userId="8b044df54918b87a" providerId="LiveId" clId="{EC7E3269-3EC9-46E7-AF22-67F00095652B}" dt="2025-11-15T16:49:36.636" v="342" actId="26606"/>
          <ac:spMkLst>
            <pc:docMk/>
            <pc:sldMk cId="0" sldId="263"/>
            <ac:spMk id="17" creationId="{D12DDE76-C203-4047-9998-63900085B5E8}"/>
          </ac:spMkLst>
        </pc:spChg>
        <pc:picChg chg="del">
          <ac:chgData name="Oluwadamilare Hassan" userId="8b044df54918b87a" providerId="LiveId" clId="{EC7E3269-3EC9-46E7-AF22-67F00095652B}" dt="2025-11-15T16:49:11.025" v="338" actId="478"/>
          <ac:picMkLst>
            <pc:docMk/>
            <pc:sldMk cId="0" sldId="263"/>
            <ac:picMk id="4" creationId="{00000000-0000-0000-0000-000000000000}"/>
          </ac:picMkLst>
        </pc:picChg>
        <pc:picChg chg="add mod">
          <ac:chgData name="Oluwadamilare Hassan" userId="8b044df54918b87a" providerId="LiveId" clId="{EC7E3269-3EC9-46E7-AF22-67F00095652B}" dt="2025-11-15T16:52:40.182" v="345" actId="14100"/>
          <ac:picMkLst>
            <pc:docMk/>
            <pc:sldMk cId="0" sldId="263"/>
            <ac:picMk id="7" creationId="{5B02087A-5C26-2B1E-A077-FA5598F61773}"/>
          </ac:picMkLst>
        </pc:picChg>
      </pc:sldChg>
      <pc:sldChg chg="addSp modSp mod ord setBg">
        <pc:chgData name="Oluwadamilare Hassan" userId="8b044df54918b87a" providerId="LiveId" clId="{EC7E3269-3EC9-46E7-AF22-67F00095652B}" dt="2025-11-15T17:17:20.455" v="383"/>
        <pc:sldMkLst>
          <pc:docMk/>
          <pc:sldMk cId="0" sldId="264"/>
        </pc:sldMkLst>
        <pc:spChg chg="mod">
          <ac:chgData name="Oluwadamilare Hassan" userId="8b044df54918b87a" providerId="LiveId" clId="{EC7E3269-3EC9-46E7-AF22-67F00095652B}" dt="2025-11-15T17:15:30.751" v="380" actId="26606"/>
          <ac:spMkLst>
            <pc:docMk/>
            <pc:sldMk cId="0" sldId="264"/>
            <ac:spMk id="2" creationId="{00000000-0000-0000-0000-000000000000}"/>
          </ac:spMkLst>
        </pc:spChg>
        <pc:spChg chg="mod">
          <ac:chgData name="Oluwadamilare Hassan" userId="8b044df54918b87a" providerId="LiveId" clId="{EC7E3269-3EC9-46E7-AF22-67F00095652B}" dt="2025-11-15T17:16:25.970" v="381" actId="14100"/>
          <ac:spMkLst>
            <pc:docMk/>
            <pc:sldMk cId="0" sldId="264"/>
            <ac:spMk id="3" creationId="{00000000-0000-0000-0000-000000000000}"/>
          </ac:spMkLst>
        </pc:spChg>
        <pc:spChg chg="add">
          <ac:chgData name="Oluwadamilare Hassan" userId="8b044df54918b87a" providerId="LiveId" clId="{EC7E3269-3EC9-46E7-AF22-67F00095652B}" dt="2025-11-15T17:15:30.751" v="380" actId="26606"/>
          <ac:spMkLst>
            <pc:docMk/>
            <pc:sldMk cId="0" sldId="264"/>
            <ac:spMk id="9" creationId="{3ECBE1F1-D69B-4AFA-ABD5-8E41720EF6DE}"/>
          </ac:spMkLst>
        </pc:spChg>
        <pc:spChg chg="add">
          <ac:chgData name="Oluwadamilare Hassan" userId="8b044df54918b87a" providerId="LiveId" clId="{EC7E3269-3EC9-46E7-AF22-67F00095652B}" dt="2025-11-15T17:15:30.751" v="380" actId="26606"/>
          <ac:spMkLst>
            <pc:docMk/>
            <pc:sldMk cId="0" sldId="264"/>
            <ac:spMk id="11" creationId="{603A6265-E10C-4B85-9C20-E75FCAF9CC63}"/>
          </ac:spMkLst>
        </pc:spChg>
        <pc:picChg chg="add">
          <ac:chgData name="Oluwadamilare Hassan" userId="8b044df54918b87a" providerId="LiveId" clId="{EC7E3269-3EC9-46E7-AF22-67F00095652B}" dt="2025-11-15T17:15:30.751" v="380" actId="26606"/>
          <ac:picMkLst>
            <pc:docMk/>
            <pc:sldMk cId="0" sldId="264"/>
            <ac:picMk id="5" creationId="{D3476FFE-9773-AF25-DC1C-2979A4F83389}"/>
          </ac:picMkLst>
        </pc:picChg>
      </pc:sldChg>
      <pc:sldChg chg="addSp modSp mod setBg">
        <pc:chgData name="Oluwadamilare Hassan" userId="8b044df54918b87a" providerId="LiveId" clId="{EC7E3269-3EC9-46E7-AF22-67F00095652B}" dt="2025-11-15T17:21:32.619" v="395" actId="123"/>
        <pc:sldMkLst>
          <pc:docMk/>
          <pc:sldMk cId="0" sldId="265"/>
        </pc:sldMkLst>
        <pc:spChg chg="mod">
          <ac:chgData name="Oluwadamilare Hassan" userId="8b044df54918b87a" providerId="LiveId" clId="{EC7E3269-3EC9-46E7-AF22-67F00095652B}" dt="2025-11-15T17:18:18.350" v="388" actId="26606"/>
          <ac:spMkLst>
            <pc:docMk/>
            <pc:sldMk cId="0" sldId="265"/>
            <ac:spMk id="2" creationId="{00000000-0000-0000-0000-000000000000}"/>
          </ac:spMkLst>
        </pc:spChg>
        <pc:spChg chg="mod">
          <ac:chgData name="Oluwadamilare Hassan" userId="8b044df54918b87a" providerId="LiveId" clId="{EC7E3269-3EC9-46E7-AF22-67F00095652B}" dt="2025-11-15T17:21:32.619" v="395" actId="123"/>
          <ac:spMkLst>
            <pc:docMk/>
            <pc:sldMk cId="0" sldId="265"/>
            <ac:spMk id="3" creationId="{00000000-0000-0000-0000-000000000000}"/>
          </ac:spMkLst>
        </pc:spChg>
        <pc:picChg chg="add">
          <ac:chgData name="Oluwadamilare Hassan" userId="8b044df54918b87a" providerId="LiveId" clId="{EC7E3269-3EC9-46E7-AF22-67F00095652B}" dt="2025-11-15T17:18:18.350" v="388" actId="26606"/>
          <ac:picMkLst>
            <pc:docMk/>
            <pc:sldMk cId="0" sldId="265"/>
            <ac:picMk id="5" creationId="{8D715D53-A9AD-D0C2-A6B3-2CB59932F9E2}"/>
          </ac:picMkLst>
        </pc:picChg>
        <pc:cxnChg chg="add">
          <ac:chgData name="Oluwadamilare Hassan" userId="8b044df54918b87a" providerId="LiveId" clId="{EC7E3269-3EC9-46E7-AF22-67F00095652B}" dt="2025-11-15T17:18:18.350" v="388" actId="26606"/>
          <ac:cxnSpMkLst>
            <pc:docMk/>
            <pc:sldMk cId="0" sldId="265"/>
            <ac:cxnSpMk id="9" creationId="{1503BFE4-729B-D9D0-C17B-501E6AF1127A}"/>
          </ac:cxnSpMkLst>
        </pc:cxnChg>
      </pc:sldChg>
      <pc:sldChg chg="addSp delSp modSp mod ord setBg">
        <pc:chgData name="Oluwadamilare Hassan" userId="8b044df54918b87a" providerId="LiveId" clId="{EC7E3269-3EC9-46E7-AF22-67F00095652B}" dt="2025-11-15T17:57:14.974" v="591"/>
        <pc:sldMkLst>
          <pc:docMk/>
          <pc:sldMk cId="0" sldId="266"/>
        </pc:sldMkLst>
        <pc:spChg chg="mod">
          <ac:chgData name="Oluwadamilare Hassan" userId="8b044df54918b87a" providerId="LiveId" clId="{EC7E3269-3EC9-46E7-AF22-67F00095652B}" dt="2025-11-15T17:22:00.558" v="396" actId="26606"/>
          <ac:spMkLst>
            <pc:docMk/>
            <pc:sldMk cId="0" sldId="266"/>
            <ac:spMk id="2" creationId="{00000000-0000-0000-0000-000000000000}"/>
          </ac:spMkLst>
        </pc:spChg>
        <pc:spChg chg="del mod">
          <ac:chgData name="Oluwadamilare Hassan" userId="8b044df54918b87a" providerId="LiveId" clId="{EC7E3269-3EC9-46E7-AF22-67F00095652B}" dt="2025-11-15T17:22:00.558" v="396" actId="26606"/>
          <ac:spMkLst>
            <pc:docMk/>
            <pc:sldMk cId="0" sldId="266"/>
            <ac:spMk id="3" creationId="{00000000-0000-0000-0000-000000000000}"/>
          </ac:spMkLst>
        </pc:spChg>
        <pc:spChg chg="add">
          <ac:chgData name="Oluwadamilare Hassan" userId="8b044df54918b87a" providerId="LiveId" clId="{EC7E3269-3EC9-46E7-AF22-67F00095652B}" dt="2025-11-15T17:22:00.558" v="396" actId="26606"/>
          <ac:spMkLst>
            <pc:docMk/>
            <pc:sldMk cId="0" sldId="266"/>
            <ac:spMk id="9" creationId="{738F59A4-4431-460D-8E49-6E65C189A566}"/>
          </ac:spMkLst>
        </pc:spChg>
        <pc:grpChg chg="add">
          <ac:chgData name="Oluwadamilare Hassan" userId="8b044df54918b87a" providerId="LiveId" clId="{EC7E3269-3EC9-46E7-AF22-67F00095652B}" dt="2025-11-15T17:22:00.558" v="396" actId="26606"/>
          <ac:grpSpMkLst>
            <pc:docMk/>
            <pc:sldMk cId="0" sldId="266"/>
            <ac:grpSpMk id="11" creationId="{8A919B9C-5C01-47E4-B2F2-45F589208ABF}"/>
          </ac:grpSpMkLst>
        </pc:grpChg>
        <pc:graphicFrameChg chg="add mod modGraphic">
          <ac:chgData name="Oluwadamilare Hassan" userId="8b044df54918b87a" providerId="LiveId" clId="{EC7E3269-3EC9-46E7-AF22-67F00095652B}" dt="2025-11-15T17:29:51.119" v="418" actId="123"/>
          <ac:graphicFrameMkLst>
            <pc:docMk/>
            <pc:sldMk cId="0" sldId="266"/>
            <ac:graphicFrameMk id="5" creationId="{9E5C030B-609C-1E4C-E53A-7741061756C8}"/>
          </ac:graphicFrameMkLst>
        </pc:graphicFrameChg>
      </pc:sldChg>
      <pc:sldChg chg="addSp delSp modSp mod setBg">
        <pc:chgData name="Oluwadamilare Hassan" userId="8b044df54918b87a" providerId="LiveId" clId="{EC7E3269-3EC9-46E7-AF22-67F00095652B}" dt="2025-11-15T18:02:08.642" v="599" actId="1076"/>
        <pc:sldMkLst>
          <pc:docMk/>
          <pc:sldMk cId="0" sldId="267"/>
        </pc:sldMkLst>
        <pc:spChg chg="mod">
          <ac:chgData name="Oluwadamilare Hassan" userId="8b044df54918b87a" providerId="LiveId" clId="{EC7E3269-3EC9-46E7-AF22-67F00095652B}" dt="2025-11-15T18:01:43.025" v="598"/>
          <ac:spMkLst>
            <pc:docMk/>
            <pc:sldMk cId="0" sldId="267"/>
            <ac:spMk id="2" creationId="{00000000-0000-0000-0000-000000000000}"/>
          </ac:spMkLst>
        </pc:spChg>
        <pc:spChg chg="del mod">
          <ac:chgData name="Oluwadamilare Hassan" userId="8b044df54918b87a" providerId="LiveId" clId="{EC7E3269-3EC9-46E7-AF22-67F00095652B}" dt="2025-11-15T17:30:31.183" v="419" actId="26606"/>
          <ac:spMkLst>
            <pc:docMk/>
            <pc:sldMk cId="0" sldId="267"/>
            <ac:spMk id="3" creationId="{00000000-0000-0000-0000-000000000000}"/>
          </ac:spMkLst>
        </pc:spChg>
        <pc:spChg chg="add">
          <ac:chgData name="Oluwadamilare Hassan" userId="8b044df54918b87a" providerId="LiveId" clId="{EC7E3269-3EC9-46E7-AF22-67F00095652B}" dt="2025-11-15T17:30:31.183" v="419" actId="26606"/>
          <ac:spMkLst>
            <pc:docMk/>
            <pc:sldMk cId="0" sldId="267"/>
            <ac:spMk id="9" creationId="{BACC6370-2D7E-4714-9D71-7542949D7D5D}"/>
          </ac:spMkLst>
        </pc:spChg>
        <pc:spChg chg="add">
          <ac:chgData name="Oluwadamilare Hassan" userId="8b044df54918b87a" providerId="LiveId" clId="{EC7E3269-3EC9-46E7-AF22-67F00095652B}" dt="2025-11-15T17:30:31.183" v="419" actId="26606"/>
          <ac:spMkLst>
            <pc:docMk/>
            <pc:sldMk cId="0" sldId="267"/>
            <ac:spMk id="11" creationId="{F68B3F68-107C-434F-AA38-110D5EA91B85}"/>
          </ac:spMkLst>
        </pc:spChg>
        <pc:spChg chg="add">
          <ac:chgData name="Oluwadamilare Hassan" userId="8b044df54918b87a" providerId="LiveId" clId="{EC7E3269-3EC9-46E7-AF22-67F00095652B}" dt="2025-11-15T17:30:31.183" v="419" actId="26606"/>
          <ac:spMkLst>
            <pc:docMk/>
            <pc:sldMk cId="0" sldId="267"/>
            <ac:spMk id="13" creationId="{AAD0DBB9-1A4B-4391-81D4-CB19F9AB918A}"/>
          </ac:spMkLst>
        </pc:spChg>
        <pc:spChg chg="add">
          <ac:chgData name="Oluwadamilare Hassan" userId="8b044df54918b87a" providerId="LiveId" clId="{EC7E3269-3EC9-46E7-AF22-67F00095652B}" dt="2025-11-15T17:30:31.183" v="419" actId="26606"/>
          <ac:spMkLst>
            <pc:docMk/>
            <pc:sldMk cId="0" sldId="267"/>
            <ac:spMk id="15" creationId="{063BBA22-50EA-4C4D-BE05-F1CE4E63AA56}"/>
          </ac:spMkLst>
        </pc:spChg>
        <pc:graphicFrameChg chg="add mod modGraphic">
          <ac:chgData name="Oluwadamilare Hassan" userId="8b044df54918b87a" providerId="LiveId" clId="{EC7E3269-3EC9-46E7-AF22-67F00095652B}" dt="2025-11-15T18:02:08.642" v="599" actId="1076"/>
          <ac:graphicFrameMkLst>
            <pc:docMk/>
            <pc:sldMk cId="0" sldId="267"/>
            <ac:graphicFrameMk id="5" creationId="{A7C09494-BCA3-D453-6EB2-021521516C4D}"/>
          </ac:graphicFrameMkLst>
        </pc:graphicFrameChg>
      </pc:sldChg>
      <pc:sldChg chg="add del">
        <pc:chgData name="Oluwadamilare Hassan" userId="8b044df54918b87a" providerId="LiveId" clId="{EC7E3269-3EC9-46E7-AF22-67F00095652B}" dt="2025-11-14T16:43:04.384" v="266" actId="2696"/>
        <pc:sldMkLst>
          <pc:docMk/>
          <pc:sldMk cId="3929361303" sldId="268"/>
        </pc:sldMkLst>
      </pc:sldChg>
      <pc:sldChg chg="addSp delSp modSp add mod setBg modNotesTx">
        <pc:chgData name="Oluwadamilare Hassan" userId="8b044df54918b87a" providerId="LiveId" clId="{EC7E3269-3EC9-46E7-AF22-67F00095652B}" dt="2025-11-15T18:26:47.797" v="705" actId="20577"/>
        <pc:sldMkLst>
          <pc:docMk/>
          <pc:sldMk cId="0" sldId="269"/>
        </pc:sldMkLst>
        <pc:spChg chg="mod">
          <ac:chgData name="Oluwadamilare Hassan" userId="8b044df54918b87a" providerId="LiveId" clId="{EC7E3269-3EC9-46E7-AF22-67F00095652B}" dt="2025-11-15T18:26:32.280" v="699" actId="26606"/>
          <ac:spMkLst>
            <pc:docMk/>
            <pc:sldMk cId="0" sldId="269"/>
            <ac:spMk id="2" creationId="{00000000-0000-0000-0000-000000000000}"/>
          </ac:spMkLst>
        </pc:spChg>
        <pc:spChg chg="add del">
          <ac:chgData name="Oluwadamilare Hassan" userId="8b044df54918b87a" providerId="LiveId" clId="{EC7E3269-3EC9-46E7-AF22-67F00095652B}" dt="2025-11-15T18:26:32.265" v="698" actId="26606"/>
          <ac:spMkLst>
            <pc:docMk/>
            <pc:sldMk cId="0" sldId="269"/>
            <ac:spMk id="10" creationId="{23D09407-53BC-485E-B4CE-BC5E4FC4B25B}"/>
          </ac:spMkLst>
        </pc:spChg>
        <pc:spChg chg="add del">
          <ac:chgData name="Oluwadamilare Hassan" userId="8b044df54918b87a" providerId="LiveId" clId="{EC7E3269-3EC9-46E7-AF22-67F00095652B}" dt="2025-11-15T18:26:32.265" v="698" actId="26606"/>
          <ac:spMkLst>
            <pc:docMk/>
            <pc:sldMk cId="0" sldId="269"/>
            <ac:spMk id="12" creationId="{921DB988-49FC-4608-B0A2-E2F3A4019041}"/>
          </ac:spMkLst>
        </pc:spChg>
        <pc:spChg chg="add">
          <ac:chgData name="Oluwadamilare Hassan" userId="8b044df54918b87a" providerId="LiveId" clId="{EC7E3269-3EC9-46E7-AF22-67F00095652B}" dt="2025-11-15T18:26:32.280" v="699" actId="26606"/>
          <ac:spMkLst>
            <pc:docMk/>
            <pc:sldMk cId="0" sldId="269"/>
            <ac:spMk id="26" creationId="{A8384FB5-9ADC-4DDC-881B-597D56F5B15D}"/>
          </ac:spMkLst>
        </pc:spChg>
        <pc:spChg chg="add">
          <ac:chgData name="Oluwadamilare Hassan" userId="8b044df54918b87a" providerId="LiveId" clId="{EC7E3269-3EC9-46E7-AF22-67F00095652B}" dt="2025-11-15T18:26:32.280" v="699" actId="26606"/>
          <ac:spMkLst>
            <pc:docMk/>
            <pc:sldMk cId="0" sldId="269"/>
            <ac:spMk id="27" creationId="{1199E1B1-A8C0-4FE8-A5A8-1CB41D69F857}"/>
          </ac:spMkLst>
        </pc:spChg>
        <pc:spChg chg="add">
          <ac:chgData name="Oluwadamilare Hassan" userId="8b044df54918b87a" providerId="LiveId" clId="{EC7E3269-3EC9-46E7-AF22-67F00095652B}" dt="2025-11-15T18:26:32.280" v="699" actId="26606"/>
          <ac:spMkLst>
            <pc:docMk/>
            <pc:sldMk cId="0" sldId="269"/>
            <ac:spMk id="28" creationId="{84A8DE83-DE75-4B41-9DB4-A7EC0B0DEC0B}"/>
          </ac:spMkLst>
        </pc:spChg>
        <pc:spChg chg="add">
          <ac:chgData name="Oluwadamilare Hassan" userId="8b044df54918b87a" providerId="LiveId" clId="{EC7E3269-3EC9-46E7-AF22-67F00095652B}" dt="2025-11-15T18:26:32.280" v="699" actId="26606"/>
          <ac:spMkLst>
            <pc:docMk/>
            <pc:sldMk cId="0" sldId="269"/>
            <ac:spMk id="29" creationId="{A7009A0A-BEF5-4EAC-AF15-E4F9F002E239}"/>
          </ac:spMkLst>
        </pc:spChg>
        <pc:grpChg chg="add del">
          <ac:chgData name="Oluwadamilare Hassan" userId="8b044df54918b87a" providerId="LiveId" clId="{EC7E3269-3EC9-46E7-AF22-67F00095652B}" dt="2025-11-15T18:26:32.265" v="698" actId="26606"/>
          <ac:grpSpMkLst>
            <pc:docMk/>
            <pc:sldMk cId="0" sldId="269"/>
            <ac:grpSpMk id="14" creationId="{E9B930FD-8671-4C4C-ADCF-73AC1D0CD417}"/>
          </ac:grpSpMkLst>
        </pc:grpChg>
        <pc:grpChg chg="add del">
          <ac:chgData name="Oluwadamilare Hassan" userId="8b044df54918b87a" providerId="LiveId" clId="{EC7E3269-3EC9-46E7-AF22-67F00095652B}" dt="2025-11-15T18:26:32.265" v="698" actId="26606"/>
          <ac:grpSpMkLst>
            <pc:docMk/>
            <pc:sldMk cId="0" sldId="269"/>
            <ac:grpSpMk id="20" creationId="{383C2651-AE0C-4AE4-8725-E2F9414FE219}"/>
          </ac:grpSpMkLst>
        </pc:grpChg>
        <pc:picChg chg="del">
          <ac:chgData name="Oluwadamilare Hassan" userId="8b044df54918b87a" providerId="LiveId" clId="{EC7E3269-3EC9-46E7-AF22-67F00095652B}" dt="2025-11-15T18:26:20.672" v="696" actId="478"/>
          <ac:picMkLst>
            <pc:docMk/>
            <pc:sldMk cId="0" sldId="269"/>
            <ac:picMk id="3" creationId="{00000000-0000-0000-0000-000000000000}"/>
          </ac:picMkLst>
        </pc:picChg>
        <pc:picChg chg="add mod">
          <ac:chgData name="Oluwadamilare Hassan" userId="8b044df54918b87a" providerId="LiveId" clId="{EC7E3269-3EC9-46E7-AF22-67F00095652B}" dt="2025-11-15T18:26:32.280" v="699" actId="26606"/>
          <ac:picMkLst>
            <pc:docMk/>
            <pc:sldMk cId="0" sldId="269"/>
            <ac:picMk id="5" creationId="{3A2B147D-6476-E697-E315-4BE0B2AE13CC}"/>
          </ac:picMkLst>
        </pc:picChg>
      </pc:sldChg>
      <pc:sldChg chg="add modNotesTx">
        <pc:chgData name="Oluwadamilare Hassan" userId="8b044df54918b87a" providerId="LiveId" clId="{EC7E3269-3EC9-46E7-AF22-67F00095652B}" dt="2025-11-14T16:44:09.361" v="325" actId="20577"/>
        <pc:sldMkLst>
          <pc:docMk/>
          <pc:sldMk cId="0" sldId="270"/>
        </pc:sldMkLst>
      </pc:sldChg>
      <pc:sldChg chg="addSp modSp add del mod setBg">
        <pc:chgData name="Oluwadamilare Hassan" userId="8b044df54918b87a" providerId="LiveId" clId="{EC7E3269-3EC9-46E7-AF22-67F00095652B}" dt="2025-11-15T18:07:00.063" v="633" actId="2696"/>
        <pc:sldMkLst>
          <pc:docMk/>
          <pc:sldMk cId="0" sldId="271"/>
        </pc:sldMkLst>
        <pc:spChg chg="mod">
          <ac:chgData name="Oluwadamilare Hassan" userId="8b044df54918b87a" providerId="LiveId" clId="{EC7E3269-3EC9-46E7-AF22-67F00095652B}" dt="2025-11-15T18:02:43.145" v="600" actId="26606"/>
          <ac:spMkLst>
            <pc:docMk/>
            <pc:sldMk cId="0" sldId="271"/>
            <ac:spMk id="2" creationId="{00000000-0000-0000-0000-000000000000}"/>
          </ac:spMkLst>
        </pc:spChg>
        <pc:spChg chg="mod">
          <ac:chgData name="Oluwadamilare Hassan" userId="8b044df54918b87a" providerId="LiveId" clId="{EC7E3269-3EC9-46E7-AF22-67F00095652B}" dt="2025-11-15T18:05:03.743" v="632" actId="20577"/>
          <ac:spMkLst>
            <pc:docMk/>
            <pc:sldMk cId="0" sldId="271"/>
            <ac:spMk id="3" creationId="{00000000-0000-0000-0000-000000000000}"/>
          </ac:spMkLst>
        </pc:spChg>
        <pc:spChg chg="add">
          <ac:chgData name="Oluwadamilare Hassan" userId="8b044df54918b87a" providerId="LiveId" clId="{EC7E3269-3EC9-46E7-AF22-67F00095652B}" dt="2025-11-15T18:02:43.145" v="600" actId="26606"/>
          <ac:spMkLst>
            <pc:docMk/>
            <pc:sldMk cId="0" sldId="271"/>
            <ac:spMk id="10" creationId="{C4285719-470E-454C-AF62-8323075F1F5B}"/>
          </ac:spMkLst>
        </pc:spChg>
        <pc:spChg chg="add">
          <ac:chgData name="Oluwadamilare Hassan" userId="8b044df54918b87a" providerId="LiveId" clId="{EC7E3269-3EC9-46E7-AF22-67F00095652B}" dt="2025-11-15T18:02:43.145" v="600" actId="26606"/>
          <ac:spMkLst>
            <pc:docMk/>
            <pc:sldMk cId="0" sldId="271"/>
            <ac:spMk id="12" creationId="{CD9FE4EF-C4D8-49A0-B2FF-81D8DB7D8A24}"/>
          </ac:spMkLst>
        </pc:spChg>
        <pc:spChg chg="add">
          <ac:chgData name="Oluwadamilare Hassan" userId="8b044df54918b87a" providerId="LiveId" clId="{EC7E3269-3EC9-46E7-AF22-67F00095652B}" dt="2025-11-15T18:02:43.145" v="600" actId="26606"/>
          <ac:spMkLst>
            <pc:docMk/>
            <pc:sldMk cId="0" sldId="271"/>
            <ac:spMk id="14" creationId="{4300840D-0A0B-4512-BACA-B439D5B9C57C}"/>
          </ac:spMkLst>
        </pc:spChg>
        <pc:spChg chg="add">
          <ac:chgData name="Oluwadamilare Hassan" userId="8b044df54918b87a" providerId="LiveId" clId="{EC7E3269-3EC9-46E7-AF22-67F00095652B}" dt="2025-11-15T18:02:43.145" v="600" actId="26606"/>
          <ac:spMkLst>
            <pc:docMk/>
            <pc:sldMk cId="0" sldId="271"/>
            <ac:spMk id="16" creationId="{D2B78728-A580-49A7-84F9-6EF6F583ADE0}"/>
          </ac:spMkLst>
        </pc:spChg>
        <pc:spChg chg="add">
          <ac:chgData name="Oluwadamilare Hassan" userId="8b044df54918b87a" providerId="LiveId" clId="{EC7E3269-3EC9-46E7-AF22-67F00095652B}" dt="2025-11-15T18:02:43.145" v="600" actId="26606"/>
          <ac:spMkLst>
            <pc:docMk/>
            <pc:sldMk cId="0" sldId="271"/>
            <ac:spMk id="18" creationId="{38FAA1A1-D861-433F-88FA-1E9D6FD31D11}"/>
          </ac:spMkLst>
        </pc:spChg>
        <pc:spChg chg="add">
          <ac:chgData name="Oluwadamilare Hassan" userId="8b044df54918b87a" providerId="LiveId" clId="{EC7E3269-3EC9-46E7-AF22-67F00095652B}" dt="2025-11-15T18:02:43.145" v="600" actId="26606"/>
          <ac:spMkLst>
            <pc:docMk/>
            <pc:sldMk cId="0" sldId="271"/>
            <ac:spMk id="20" creationId="{8D71EDA1-87BF-4D5D-AB79-F346FD19278A}"/>
          </ac:spMkLst>
        </pc:spChg>
        <pc:picChg chg="add">
          <ac:chgData name="Oluwadamilare Hassan" userId="8b044df54918b87a" providerId="LiveId" clId="{EC7E3269-3EC9-46E7-AF22-67F00095652B}" dt="2025-11-15T18:02:43.145" v="600" actId="26606"/>
          <ac:picMkLst>
            <pc:docMk/>
            <pc:sldMk cId="0" sldId="271"/>
            <ac:picMk id="7" creationId="{3E40132B-E219-3B1A-F3D7-E18BF9495052}"/>
          </ac:picMkLst>
        </pc:picChg>
      </pc:sldChg>
      <pc:sldChg chg="modSp add del mod">
        <pc:chgData name="Oluwadamilare Hassan" userId="8b044df54918b87a" providerId="LiveId" clId="{EC7E3269-3EC9-46E7-AF22-67F00095652B}" dt="2025-11-14T16:47:37.966" v="337" actId="2696"/>
        <pc:sldMkLst>
          <pc:docMk/>
          <pc:sldMk cId="257675866" sldId="271"/>
        </pc:sldMkLst>
        <pc:spChg chg="mod">
          <ac:chgData name="Oluwadamilare Hassan" userId="8b044df54918b87a" providerId="LiveId" clId="{EC7E3269-3EC9-46E7-AF22-67F00095652B}" dt="2025-11-14T16:47:30.682" v="335" actId="27636"/>
          <ac:spMkLst>
            <pc:docMk/>
            <pc:sldMk cId="257675866" sldId="271"/>
            <ac:spMk id="3" creationId="{FFD6A3F0-9F81-1C08-ABAA-DDD5FA2B2016}"/>
          </ac:spMkLst>
        </pc:spChg>
      </pc:sldChg>
      <pc:sldChg chg="addSp delSp modSp add mod setBg">
        <pc:chgData name="Oluwadamilare Hassan" userId="8b044df54918b87a" providerId="LiveId" clId="{EC7E3269-3EC9-46E7-AF22-67F00095652B}" dt="2025-11-15T17:36:23.799" v="500" actId="26606"/>
        <pc:sldMkLst>
          <pc:docMk/>
          <pc:sldMk cId="0" sldId="273"/>
        </pc:sldMkLst>
        <pc:spChg chg="mod">
          <ac:chgData name="Oluwadamilare Hassan" userId="8b044df54918b87a" providerId="LiveId" clId="{EC7E3269-3EC9-46E7-AF22-67F00095652B}" dt="2025-11-15T17:36:23.799" v="500" actId="26606"/>
          <ac:spMkLst>
            <pc:docMk/>
            <pc:sldMk cId="0" sldId="273"/>
            <ac:spMk id="2" creationId="{00000000-0000-0000-0000-000000000000}"/>
          </ac:spMkLst>
        </pc:spChg>
        <pc:spChg chg="mod">
          <ac:chgData name="Oluwadamilare Hassan" userId="8b044df54918b87a" providerId="LiveId" clId="{EC7E3269-3EC9-46E7-AF22-67F00095652B}" dt="2025-11-15T17:36:23.799" v="500" actId="26606"/>
          <ac:spMkLst>
            <pc:docMk/>
            <pc:sldMk cId="0" sldId="273"/>
            <ac:spMk id="3" creationId="{00000000-0000-0000-0000-000000000000}"/>
          </ac:spMkLst>
        </pc:spChg>
        <pc:spChg chg="add del">
          <ac:chgData name="Oluwadamilare Hassan" userId="8b044df54918b87a" providerId="LiveId" clId="{EC7E3269-3EC9-46E7-AF22-67F00095652B}" dt="2025-11-15T17:36:23.783" v="499" actId="26606"/>
          <ac:spMkLst>
            <pc:docMk/>
            <pc:sldMk cId="0" sldId="273"/>
            <ac:spMk id="9" creationId="{8870DEF6-46A2-D4F8-8BE6-91165D93ECC4}"/>
          </ac:spMkLst>
        </pc:spChg>
        <pc:spChg chg="add">
          <ac:chgData name="Oluwadamilare Hassan" userId="8b044df54918b87a" providerId="LiveId" clId="{EC7E3269-3EC9-46E7-AF22-67F00095652B}" dt="2025-11-15T17:36:23.799" v="500" actId="26606"/>
          <ac:spMkLst>
            <pc:docMk/>
            <pc:sldMk cId="0" sldId="273"/>
            <ac:spMk id="10" creationId="{A3363022-C969-41E9-8EB2-E4C94908C1FA}"/>
          </ac:spMkLst>
        </pc:spChg>
        <pc:spChg chg="add">
          <ac:chgData name="Oluwadamilare Hassan" userId="8b044df54918b87a" providerId="LiveId" clId="{EC7E3269-3EC9-46E7-AF22-67F00095652B}" dt="2025-11-15T17:36:23.799" v="500" actId="26606"/>
          <ac:spMkLst>
            <pc:docMk/>
            <pc:sldMk cId="0" sldId="273"/>
            <ac:spMk id="12" creationId="{8D1AD6B3-BE88-4CEB-BA17-790657CC4729}"/>
          </ac:spMkLst>
        </pc:spChg>
        <pc:grpChg chg="add">
          <ac:chgData name="Oluwadamilare Hassan" userId="8b044df54918b87a" providerId="LiveId" clId="{EC7E3269-3EC9-46E7-AF22-67F00095652B}" dt="2025-11-15T17:36:23.799" v="500" actId="26606"/>
          <ac:grpSpMkLst>
            <pc:docMk/>
            <pc:sldMk cId="0" sldId="273"/>
            <ac:grpSpMk id="14" creationId="{89D1390B-7E13-4B4F-9CB2-391063412E54}"/>
          </ac:grpSpMkLst>
        </pc:grpChg>
        <pc:picChg chg="add del">
          <ac:chgData name="Oluwadamilare Hassan" userId="8b044df54918b87a" providerId="LiveId" clId="{EC7E3269-3EC9-46E7-AF22-67F00095652B}" dt="2025-11-15T17:36:23.783" v="499" actId="26606"/>
          <ac:picMkLst>
            <pc:docMk/>
            <pc:sldMk cId="0" sldId="273"/>
            <ac:picMk id="5" creationId="{133BC715-5EC9-03BC-9CD5-CE2D7DCA932E}"/>
          </ac:picMkLst>
        </pc:picChg>
        <pc:picChg chg="add">
          <ac:chgData name="Oluwadamilare Hassan" userId="8b044df54918b87a" providerId="LiveId" clId="{EC7E3269-3EC9-46E7-AF22-67F00095652B}" dt="2025-11-15T17:36:23.799" v="500" actId="26606"/>
          <ac:picMkLst>
            <pc:docMk/>
            <pc:sldMk cId="0" sldId="273"/>
            <ac:picMk id="7" creationId="{1D16C8CB-0DD4-1BDB-56F3-5DB9DDAEBA3D}"/>
          </ac:picMkLst>
        </pc:picChg>
        <pc:cxnChg chg="add del">
          <ac:chgData name="Oluwadamilare Hassan" userId="8b044df54918b87a" providerId="LiveId" clId="{EC7E3269-3EC9-46E7-AF22-67F00095652B}" dt="2025-11-15T17:36:23.783" v="499" actId="26606"/>
          <ac:cxnSpMkLst>
            <pc:docMk/>
            <pc:sldMk cId="0" sldId="273"/>
            <ac:cxnSpMk id="11" creationId="{522632D6-DED9-FDEC-FD9F-09FF0A4544CC}"/>
          </ac:cxnSpMkLst>
        </pc:cxnChg>
      </pc:sldChg>
      <pc:sldChg chg="addSp delSp modSp add mod ord">
        <pc:chgData name="Oluwadamilare Hassan" userId="8b044df54918b87a" providerId="LiveId" clId="{EC7E3269-3EC9-46E7-AF22-67F00095652B}" dt="2025-11-15T18:22:42.584" v="692"/>
        <pc:sldMkLst>
          <pc:docMk/>
          <pc:sldMk cId="0" sldId="274"/>
        </pc:sldMkLst>
        <pc:spChg chg="add del">
          <ac:chgData name="Oluwadamilare Hassan" userId="8b044df54918b87a" providerId="LiveId" clId="{EC7E3269-3EC9-46E7-AF22-67F00095652B}" dt="2025-11-15T17:07:42.740" v="349" actId="26606"/>
          <ac:spMkLst>
            <pc:docMk/>
            <pc:sldMk cId="0" sldId="274"/>
            <ac:spMk id="3" creationId="{00000000-0000-0000-0000-000000000000}"/>
          </ac:spMkLst>
        </pc:spChg>
        <pc:graphicFrameChg chg="add del">
          <ac:chgData name="Oluwadamilare Hassan" userId="8b044df54918b87a" providerId="LiveId" clId="{EC7E3269-3EC9-46E7-AF22-67F00095652B}" dt="2025-11-15T17:07:42.711" v="348" actId="26606"/>
          <ac:graphicFrameMkLst>
            <pc:docMk/>
            <pc:sldMk cId="0" sldId="274"/>
            <ac:graphicFrameMk id="5" creationId="{E31FFEAC-C02F-8743-2AE5-8485365C564A}"/>
          </ac:graphicFrameMkLst>
        </pc:graphicFrameChg>
        <pc:graphicFrameChg chg="add modGraphic">
          <ac:chgData name="Oluwadamilare Hassan" userId="8b044df54918b87a" providerId="LiveId" clId="{EC7E3269-3EC9-46E7-AF22-67F00095652B}" dt="2025-11-15T17:08:14.836" v="363" actId="20577"/>
          <ac:graphicFrameMkLst>
            <pc:docMk/>
            <pc:sldMk cId="0" sldId="274"/>
            <ac:graphicFrameMk id="7" creationId="{15DEB9B5-B6DC-427D-7E07-63034925891B}"/>
          </ac:graphicFrameMkLst>
        </pc:graphicFrameChg>
      </pc:sldChg>
      <pc:sldChg chg="addSp delSp modSp add mod setBg setClrOvrMap">
        <pc:chgData name="Oluwadamilare Hassan" userId="8b044df54918b87a" providerId="LiveId" clId="{EC7E3269-3EC9-46E7-AF22-67F00095652B}" dt="2025-11-15T17:48:11.216" v="533" actId="26606"/>
        <pc:sldMkLst>
          <pc:docMk/>
          <pc:sldMk cId="0" sldId="275"/>
        </pc:sldMkLst>
        <pc:spChg chg="mod">
          <ac:chgData name="Oluwadamilare Hassan" userId="8b044df54918b87a" providerId="LiveId" clId="{EC7E3269-3EC9-46E7-AF22-67F00095652B}" dt="2025-11-15T17:48:11.198" v="532" actId="26606"/>
          <ac:spMkLst>
            <pc:docMk/>
            <pc:sldMk cId="0" sldId="275"/>
            <ac:spMk id="2" creationId="{00000000-0000-0000-0000-000000000000}"/>
          </ac:spMkLst>
        </pc:spChg>
        <pc:spChg chg="add del mod">
          <ac:chgData name="Oluwadamilare Hassan" userId="8b044df54918b87a" providerId="LiveId" clId="{EC7E3269-3EC9-46E7-AF22-67F00095652B}" dt="2025-11-15T17:48:11.216" v="533" actId="26606"/>
          <ac:spMkLst>
            <pc:docMk/>
            <pc:sldMk cId="0" sldId="275"/>
            <ac:spMk id="3" creationId="{00000000-0000-0000-0000-000000000000}"/>
          </ac:spMkLst>
        </pc:spChg>
        <pc:spChg chg="add del">
          <ac:chgData name="Oluwadamilare Hassan" userId="8b044df54918b87a" providerId="LiveId" clId="{EC7E3269-3EC9-46E7-AF22-67F00095652B}" dt="2025-11-15T17:48:11.216" v="533" actId="26606"/>
          <ac:spMkLst>
            <pc:docMk/>
            <pc:sldMk cId="0" sldId="275"/>
            <ac:spMk id="8" creationId="{09588DA8-065E-4F6F-8EFD-43104AB2E0CF}"/>
          </ac:spMkLst>
        </pc:spChg>
        <pc:spChg chg="add del">
          <ac:chgData name="Oluwadamilare Hassan" userId="8b044df54918b87a" providerId="LiveId" clId="{EC7E3269-3EC9-46E7-AF22-67F00095652B}" dt="2025-11-15T17:48:11.216" v="533" actId="26606"/>
          <ac:spMkLst>
            <pc:docMk/>
            <pc:sldMk cId="0" sldId="275"/>
            <ac:spMk id="10" creationId="{C4285719-470E-454C-AF62-8323075F1F5B}"/>
          </ac:spMkLst>
        </pc:spChg>
        <pc:spChg chg="add del">
          <ac:chgData name="Oluwadamilare Hassan" userId="8b044df54918b87a" providerId="LiveId" clId="{EC7E3269-3EC9-46E7-AF22-67F00095652B}" dt="2025-11-15T17:48:11.216" v="533" actId="26606"/>
          <ac:spMkLst>
            <pc:docMk/>
            <pc:sldMk cId="0" sldId="275"/>
            <ac:spMk id="12" creationId="{CD9FE4EF-C4D8-49A0-B2FF-81D8DB7D8A24}"/>
          </ac:spMkLst>
        </pc:spChg>
        <pc:spChg chg="add del">
          <ac:chgData name="Oluwadamilare Hassan" userId="8b044df54918b87a" providerId="LiveId" clId="{EC7E3269-3EC9-46E7-AF22-67F00095652B}" dt="2025-11-15T17:48:11.216" v="533" actId="26606"/>
          <ac:spMkLst>
            <pc:docMk/>
            <pc:sldMk cId="0" sldId="275"/>
            <ac:spMk id="14" creationId="{4300840D-0A0B-4512-BACA-B439D5B9C57C}"/>
          </ac:spMkLst>
        </pc:spChg>
        <pc:spChg chg="add del">
          <ac:chgData name="Oluwadamilare Hassan" userId="8b044df54918b87a" providerId="LiveId" clId="{EC7E3269-3EC9-46E7-AF22-67F00095652B}" dt="2025-11-15T17:48:11.198" v="532" actId="26606"/>
          <ac:spMkLst>
            <pc:docMk/>
            <pc:sldMk cId="0" sldId="275"/>
            <ac:spMk id="16" creationId="{D2B78728-A580-49A7-84F9-6EF6F583ADE0}"/>
          </ac:spMkLst>
        </pc:spChg>
        <pc:spChg chg="add del">
          <ac:chgData name="Oluwadamilare Hassan" userId="8b044df54918b87a" providerId="LiveId" clId="{EC7E3269-3EC9-46E7-AF22-67F00095652B}" dt="2025-11-15T17:48:11.216" v="533" actId="26606"/>
          <ac:spMkLst>
            <pc:docMk/>
            <pc:sldMk cId="0" sldId="275"/>
            <ac:spMk id="18" creationId="{38FAA1A1-D861-433F-88FA-1E9D6FD31D11}"/>
          </ac:spMkLst>
        </pc:spChg>
        <pc:spChg chg="add del">
          <ac:chgData name="Oluwadamilare Hassan" userId="8b044df54918b87a" providerId="LiveId" clId="{EC7E3269-3EC9-46E7-AF22-67F00095652B}" dt="2025-11-15T17:48:11.216" v="533" actId="26606"/>
          <ac:spMkLst>
            <pc:docMk/>
            <pc:sldMk cId="0" sldId="275"/>
            <ac:spMk id="20" creationId="{8D71EDA1-87BF-4D5D-AB79-F346FD19278A}"/>
          </ac:spMkLst>
        </pc:spChg>
        <pc:spChg chg="add">
          <ac:chgData name="Oluwadamilare Hassan" userId="8b044df54918b87a" providerId="LiveId" clId="{EC7E3269-3EC9-46E7-AF22-67F00095652B}" dt="2025-11-15T17:48:11.216" v="533" actId="26606"/>
          <ac:spMkLst>
            <pc:docMk/>
            <pc:sldMk cId="0" sldId="275"/>
            <ac:spMk id="25" creationId="{1B15ED52-F352-441B-82BF-E0EA34836D08}"/>
          </ac:spMkLst>
        </pc:spChg>
        <pc:spChg chg="add">
          <ac:chgData name="Oluwadamilare Hassan" userId="8b044df54918b87a" providerId="LiveId" clId="{EC7E3269-3EC9-46E7-AF22-67F00095652B}" dt="2025-11-15T17:48:11.216" v="533" actId="26606"/>
          <ac:spMkLst>
            <pc:docMk/>
            <pc:sldMk cId="0" sldId="275"/>
            <ac:spMk id="26" creationId="{00000000-0000-0000-0000-000000000000}"/>
          </ac:spMkLst>
        </pc:spChg>
        <pc:spChg chg="add">
          <ac:chgData name="Oluwadamilare Hassan" userId="8b044df54918b87a" providerId="LiveId" clId="{EC7E3269-3EC9-46E7-AF22-67F00095652B}" dt="2025-11-15T17:48:11.216" v="533" actId="26606"/>
          <ac:spMkLst>
            <pc:docMk/>
            <pc:sldMk cId="0" sldId="275"/>
            <ac:spMk id="31" creationId="{375E0459-6403-40CD-989D-56A4407CA12E}"/>
          </ac:spMkLst>
        </pc:spChg>
        <pc:picChg chg="add del">
          <ac:chgData name="Oluwadamilare Hassan" userId="8b044df54918b87a" providerId="LiveId" clId="{EC7E3269-3EC9-46E7-AF22-67F00095652B}" dt="2025-11-15T17:48:11.198" v="532" actId="26606"/>
          <ac:picMkLst>
            <pc:docMk/>
            <pc:sldMk cId="0" sldId="275"/>
            <ac:picMk id="23" creationId="{667705F7-9BF4-026C-1799-A644F766DFAB}"/>
          </ac:picMkLst>
        </pc:picChg>
      </pc:sldChg>
      <pc:sldChg chg="addSp delSp modSp new mod setBg">
        <pc:chgData name="Oluwadamilare Hassan" userId="8b044df54918b87a" providerId="LiveId" clId="{EC7E3269-3EC9-46E7-AF22-67F00095652B}" dt="2025-11-15T17:51:27.560" v="565" actId="14100"/>
        <pc:sldMkLst>
          <pc:docMk/>
          <pc:sldMk cId="2743959776" sldId="276"/>
        </pc:sldMkLst>
        <pc:spChg chg="mod">
          <ac:chgData name="Oluwadamilare Hassan" userId="8b044df54918b87a" providerId="LiveId" clId="{EC7E3269-3EC9-46E7-AF22-67F00095652B}" dt="2025-11-15T17:51:27.560" v="565" actId="14100"/>
          <ac:spMkLst>
            <pc:docMk/>
            <pc:sldMk cId="2743959776" sldId="276"/>
            <ac:spMk id="2" creationId="{CD3E911F-E293-2D44-A0C7-9050A2297D76}"/>
          </ac:spMkLst>
        </pc:spChg>
        <pc:spChg chg="add">
          <ac:chgData name="Oluwadamilare Hassan" userId="8b044df54918b87a" providerId="LiveId" clId="{EC7E3269-3EC9-46E7-AF22-67F00095652B}" dt="2025-11-15T17:50:04.766" v="537" actId="26606"/>
          <ac:spMkLst>
            <pc:docMk/>
            <pc:sldMk cId="2743959776" sldId="276"/>
            <ac:spMk id="9" creationId="{A8384FB5-9ADC-4DDC-881B-597D56F5B15D}"/>
          </ac:spMkLst>
        </pc:spChg>
        <pc:spChg chg="add">
          <ac:chgData name="Oluwadamilare Hassan" userId="8b044df54918b87a" providerId="LiveId" clId="{EC7E3269-3EC9-46E7-AF22-67F00095652B}" dt="2025-11-15T17:50:04.766" v="537" actId="26606"/>
          <ac:spMkLst>
            <pc:docMk/>
            <pc:sldMk cId="2743959776" sldId="276"/>
            <ac:spMk id="11" creationId="{91E5A9A7-95C6-4F4F-B00E-C82E07FE62EF}"/>
          </ac:spMkLst>
        </pc:spChg>
        <pc:spChg chg="add">
          <ac:chgData name="Oluwadamilare Hassan" userId="8b044df54918b87a" providerId="LiveId" clId="{EC7E3269-3EC9-46E7-AF22-67F00095652B}" dt="2025-11-15T17:50:04.766" v="537" actId="26606"/>
          <ac:spMkLst>
            <pc:docMk/>
            <pc:sldMk cId="2743959776" sldId="276"/>
            <ac:spMk id="13" creationId="{D07DD2DE-F619-49DD-B5E7-03A290FF4ED1}"/>
          </ac:spMkLst>
        </pc:spChg>
        <pc:spChg chg="add">
          <ac:chgData name="Oluwadamilare Hassan" userId="8b044df54918b87a" providerId="LiveId" clId="{EC7E3269-3EC9-46E7-AF22-67F00095652B}" dt="2025-11-15T17:50:04.766" v="537" actId="26606"/>
          <ac:spMkLst>
            <pc:docMk/>
            <pc:sldMk cId="2743959776" sldId="276"/>
            <ac:spMk id="15" creationId="{85149191-5F60-4A28-AAFF-039F96B0F3EC}"/>
          </ac:spMkLst>
        </pc:spChg>
        <pc:spChg chg="add">
          <ac:chgData name="Oluwadamilare Hassan" userId="8b044df54918b87a" providerId="LiveId" clId="{EC7E3269-3EC9-46E7-AF22-67F00095652B}" dt="2025-11-15T17:50:04.766" v="537" actId="26606"/>
          <ac:spMkLst>
            <pc:docMk/>
            <pc:sldMk cId="2743959776" sldId="276"/>
            <ac:spMk id="17" creationId="{F8260ED5-17F7-4158-B241-D51DD4CF1B7E}"/>
          </ac:spMkLst>
        </pc:spChg>
        <pc:picChg chg="add mod">
          <ac:chgData name="Oluwadamilare Hassan" userId="8b044df54918b87a" providerId="LiveId" clId="{EC7E3269-3EC9-46E7-AF22-67F00095652B}" dt="2025-11-15T17:50:04.766" v="537" actId="26606"/>
          <ac:picMkLst>
            <pc:docMk/>
            <pc:sldMk cId="2743959776" sldId="276"/>
            <ac:picMk id="4" creationId="{50EB762D-B3ED-B4FF-A0E4-976E7F59DF45}"/>
          </ac:picMkLst>
        </pc:picChg>
        <pc:picChg chg="add del">
          <ac:chgData name="Oluwadamilare Hassan" userId="8b044df54918b87a" providerId="LiveId" clId="{EC7E3269-3EC9-46E7-AF22-67F00095652B}" dt="2025-11-15T17:50:40.750" v="539" actId="22"/>
          <ac:picMkLst>
            <pc:docMk/>
            <pc:sldMk cId="2743959776" sldId="276"/>
            <ac:picMk id="6" creationId="{8DD4394C-892A-95FB-BFA0-DB366304C8B9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2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svg"/><Relationship Id="rId1" Type="http://schemas.openxmlformats.org/officeDocument/2006/relationships/image" Target="../media/image16.png"/><Relationship Id="rId4" Type="http://schemas.openxmlformats.org/officeDocument/2006/relationships/image" Target="../media/image19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svg"/><Relationship Id="rId1" Type="http://schemas.openxmlformats.org/officeDocument/2006/relationships/image" Target="../media/image20.png"/><Relationship Id="rId4" Type="http://schemas.openxmlformats.org/officeDocument/2006/relationships/image" Target="../media/image2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2B88D2B-2BD6-4361-89C8-9BE820C7DD16}" type="doc">
      <dgm:prSet loTypeId="urn:microsoft.com/office/officeart/2018/2/layout/IconLabelDescription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7A3852A2-57F6-4AB7-8DBD-AF13B545F6C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SQLite Database: MIG_Cement_Records.db</a:t>
          </a:r>
        </a:p>
      </dgm:t>
    </dgm:pt>
    <dgm:pt modelId="{C607FEEF-456E-4502-B7E0-6D93E2C7276F}" type="parTrans" cxnId="{E94C7119-C261-4535-8CBD-CBF7AF512466}">
      <dgm:prSet/>
      <dgm:spPr/>
      <dgm:t>
        <a:bodyPr/>
        <a:lstStyle/>
        <a:p>
          <a:endParaRPr lang="en-US"/>
        </a:p>
      </dgm:t>
    </dgm:pt>
    <dgm:pt modelId="{AE5278A0-493D-468A-A36B-6ECA8B3AF334}" type="sibTrans" cxnId="{E94C7119-C261-4535-8CBD-CBF7AF512466}">
      <dgm:prSet/>
      <dgm:spPr/>
      <dgm:t>
        <a:bodyPr/>
        <a:lstStyle/>
        <a:p>
          <a:endParaRPr lang="en-US"/>
        </a:p>
      </dgm:t>
    </dgm:pt>
    <dgm:pt modelId="{758C5B85-D432-42F3-9C80-8941A1E66AD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30 Construction Sites across 4 regions (North, South, East, West)</a:t>
          </a:r>
        </a:p>
      </dgm:t>
    </dgm:pt>
    <dgm:pt modelId="{74CC701A-58C8-4083-8700-54A71A44E3E9}" type="parTrans" cxnId="{A2BE3991-9DD5-4B74-A63C-84C9D1599D77}">
      <dgm:prSet/>
      <dgm:spPr/>
      <dgm:t>
        <a:bodyPr/>
        <a:lstStyle/>
        <a:p>
          <a:endParaRPr lang="en-US"/>
        </a:p>
      </dgm:t>
    </dgm:pt>
    <dgm:pt modelId="{194CA198-6D1B-488E-B864-3FB5E35A24E5}" type="sibTrans" cxnId="{A2BE3991-9DD5-4B74-A63C-84C9D1599D77}">
      <dgm:prSet/>
      <dgm:spPr/>
      <dgm:t>
        <a:bodyPr/>
        <a:lstStyle/>
        <a:p>
          <a:endParaRPr lang="en-US"/>
        </a:p>
      </dgm:t>
    </dgm:pt>
    <dgm:pt modelId="{FC534F58-CBFC-451B-ACAB-650EF4A4AB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3 Cement Types: CEM_I, CEM_II, CEM_III</a:t>
          </a:r>
        </a:p>
      </dgm:t>
    </dgm:pt>
    <dgm:pt modelId="{6CEFAEE8-C56F-4B1A-B2B3-F0BB631F239F}" type="parTrans" cxnId="{9C9C9349-9E65-4AEC-940D-068C64F13037}">
      <dgm:prSet/>
      <dgm:spPr/>
      <dgm:t>
        <a:bodyPr/>
        <a:lstStyle/>
        <a:p>
          <a:endParaRPr lang="en-US"/>
        </a:p>
      </dgm:t>
    </dgm:pt>
    <dgm:pt modelId="{4042E295-AC1B-46D4-9B2F-D46D69AA8347}" type="sibTrans" cxnId="{9C9C9349-9E65-4AEC-940D-068C64F13037}">
      <dgm:prSet/>
      <dgm:spPr/>
      <dgm:t>
        <a:bodyPr/>
        <a:lstStyle/>
        <a:p>
          <a:endParaRPr lang="en-US"/>
        </a:p>
      </dgm:t>
    </dgm:pt>
    <dgm:pt modelId="{DA983509-5A4D-4340-8FC9-9E0A1308F6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1,096 days of operational data per site (3 years)</a:t>
          </a:r>
        </a:p>
      </dgm:t>
    </dgm:pt>
    <dgm:pt modelId="{4ADDF4C5-9880-49CB-A998-CA0AF7614743}" type="parTrans" cxnId="{F2E1E1DC-7BAB-4D01-A668-9FD1CF0D7B3D}">
      <dgm:prSet/>
      <dgm:spPr/>
      <dgm:t>
        <a:bodyPr/>
        <a:lstStyle/>
        <a:p>
          <a:endParaRPr lang="en-US"/>
        </a:p>
      </dgm:t>
    </dgm:pt>
    <dgm:pt modelId="{63CAFD30-9F5D-4231-8850-963070FA7843}" type="sibTrans" cxnId="{F2E1E1DC-7BAB-4D01-A668-9FD1CF0D7B3D}">
      <dgm:prSet/>
      <dgm:spPr/>
      <dgm:t>
        <a:bodyPr/>
        <a:lstStyle/>
        <a:p>
          <a:endParaRPr lang="en-US"/>
        </a:p>
      </dgm:t>
    </dgm:pt>
    <dgm:pt modelId="{B4B09A68-B0BD-4059-8E04-4149818A4BE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Key Features: Consumption, inventory, deliveries, weather data</a:t>
          </a:r>
        </a:p>
      </dgm:t>
    </dgm:pt>
    <dgm:pt modelId="{54632998-18FB-4493-9C03-A50A68A7FA6A}" type="parTrans" cxnId="{3E084A47-D527-4C63-9837-C0B21D9A84EA}">
      <dgm:prSet/>
      <dgm:spPr/>
      <dgm:t>
        <a:bodyPr/>
        <a:lstStyle/>
        <a:p>
          <a:endParaRPr lang="en-US"/>
        </a:p>
      </dgm:t>
    </dgm:pt>
    <dgm:pt modelId="{9B97CAAA-92A1-47C6-9E34-1142CFCD3C9D}" type="sibTrans" cxnId="{3E084A47-D527-4C63-9837-C0B21D9A84EA}">
      <dgm:prSet/>
      <dgm:spPr/>
      <dgm:t>
        <a:bodyPr/>
        <a:lstStyle/>
        <a:p>
          <a:endParaRPr lang="en-US"/>
        </a:p>
      </dgm:t>
    </dgm:pt>
    <dgm:pt modelId="{63D7E0F2-1F63-4310-9446-50BD21B0EFD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Target Variable: Future cement demand (</a:t>
          </a:r>
          <a:r>
            <a:rPr lang="en-US" dirty="0" err="1"/>
            <a:t>consumed_tonnes</a:t>
          </a:r>
          <a:r>
            <a:rPr lang="en-US" dirty="0"/>
            <a:t>)</a:t>
          </a:r>
        </a:p>
      </dgm:t>
    </dgm:pt>
    <dgm:pt modelId="{A6615D68-97DB-48A9-96DF-246753E69EA9}" type="parTrans" cxnId="{DB6A78EC-865D-47C9-9942-15596904C049}">
      <dgm:prSet/>
      <dgm:spPr/>
      <dgm:t>
        <a:bodyPr/>
        <a:lstStyle/>
        <a:p>
          <a:endParaRPr lang="en-US"/>
        </a:p>
      </dgm:t>
    </dgm:pt>
    <dgm:pt modelId="{FD44CA76-52A2-40AB-94D7-C34DA870B54A}" type="sibTrans" cxnId="{DB6A78EC-865D-47C9-9942-15596904C049}">
      <dgm:prSet/>
      <dgm:spPr/>
      <dgm:t>
        <a:bodyPr/>
        <a:lstStyle/>
        <a:p>
          <a:endParaRPr lang="en-US"/>
        </a:p>
      </dgm:t>
    </dgm:pt>
    <dgm:pt modelId="{001508B6-E15B-4F17-917E-F765E73D144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/>
            <a:t>Total Records: 32,880 operational transactions</a:t>
          </a:r>
        </a:p>
      </dgm:t>
    </dgm:pt>
    <dgm:pt modelId="{1FA85E12-97B8-4DEF-BA2B-3E9C6F28CD29}" type="parTrans" cxnId="{A7D54779-4FF8-4083-A7DE-71CC23EE67A7}">
      <dgm:prSet/>
      <dgm:spPr/>
      <dgm:t>
        <a:bodyPr/>
        <a:lstStyle/>
        <a:p>
          <a:endParaRPr lang="en-US"/>
        </a:p>
      </dgm:t>
    </dgm:pt>
    <dgm:pt modelId="{28C60514-42E7-4CE1-A3F9-620BB3E78E86}" type="sibTrans" cxnId="{A7D54779-4FF8-4083-A7DE-71CC23EE67A7}">
      <dgm:prSet/>
      <dgm:spPr/>
      <dgm:t>
        <a:bodyPr/>
        <a:lstStyle/>
        <a:p>
          <a:endParaRPr lang="en-US"/>
        </a:p>
      </dgm:t>
    </dgm:pt>
    <dgm:pt modelId="{378F52A5-58DB-4D97-B208-DCFF51A2C8C8}" type="pres">
      <dgm:prSet presAssocID="{D2B88D2B-2BD6-4361-89C8-9BE820C7DD16}" presName="root" presStyleCnt="0">
        <dgm:presLayoutVars>
          <dgm:dir/>
          <dgm:resizeHandles val="exact"/>
        </dgm:presLayoutVars>
      </dgm:prSet>
      <dgm:spPr/>
    </dgm:pt>
    <dgm:pt modelId="{F4649618-1BDD-4A1F-8215-B5F4F13AFCBC}" type="pres">
      <dgm:prSet presAssocID="{7A3852A2-57F6-4AB7-8DBD-AF13B545F6CC}" presName="compNode" presStyleCnt="0"/>
      <dgm:spPr/>
    </dgm:pt>
    <dgm:pt modelId="{CFA9678D-5AE1-4D54-9C42-00BC479FA05E}" type="pres">
      <dgm:prSet presAssocID="{7A3852A2-57F6-4AB7-8DBD-AF13B545F6C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ement truck"/>
        </a:ext>
      </dgm:extLst>
    </dgm:pt>
    <dgm:pt modelId="{CE53AB37-F2F3-45EE-BE46-0773A8CAD87E}" type="pres">
      <dgm:prSet presAssocID="{7A3852A2-57F6-4AB7-8DBD-AF13B545F6CC}" presName="iconSpace" presStyleCnt="0"/>
      <dgm:spPr/>
    </dgm:pt>
    <dgm:pt modelId="{1A55BAD2-0AFB-4B6F-AC6A-13854EE7CAED}" type="pres">
      <dgm:prSet presAssocID="{7A3852A2-57F6-4AB7-8DBD-AF13B545F6CC}" presName="parTx" presStyleLbl="revTx" presStyleIdx="0" presStyleCnt="4">
        <dgm:presLayoutVars>
          <dgm:chMax val="0"/>
          <dgm:chPref val="0"/>
        </dgm:presLayoutVars>
      </dgm:prSet>
      <dgm:spPr/>
    </dgm:pt>
    <dgm:pt modelId="{8F3BA0D6-8987-4185-B841-E36B9A1F7D21}" type="pres">
      <dgm:prSet presAssocID="{7A3852A2-57F6-4AB7-8DBD-AF13B545F6CC}" presName="txSpace" presStyleCnt="0"/>
      <dgm:spPr/>
    </dgm:pt>
    <dgm:pt modelId="{CBA61712-2AF5-44AC-8B72-8BBE7DE48681}" type="pres">
      <dgm:prSet presAssocID="{7A3852A2-57F6-4AB7-8DBD-AF13B545F6CC}" presName="desTx" presStyleLbl="revTx" presStyleIdx="1" presStyleCnt="4">
        <dgm:presLayoutVars/>
      </dgm:prSet>
      <dgm:spPr/>
    </dgm:pt>
    <dgm:pt modelId="{7B064D47-49DF-4ED1-B703-943D61F9ADCD}" type="pres">
      <dgm:prSet presAssocID="{AE5278A0-493D-468A-A36B-6ECA8B3AF334}" presName="sibTrans" presStyleCnt="0"/>
      <dgm:spPr/>
    </dgm:pt>
    <dgm:pt modelId="{07D664D6-CF1B-4302-9161-EB4F245D2A76}" type="pres">
      <dgm:prSet presAssocID="{001508B6-E15B-4F17-917E-F765E73D1449}" presName="compNode" presStyleCnt="0"/>
      <dgm:spPr/>
    </dgm:pt>
    <dgm:pt modelId="{557B70CE-2CD1-4A03-A0BA-8AA8E232D114}" type="pres">
      <dgm:prSet presAssocID="{001508B6-E15B-4F17-917E-F765E73D1449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FE0FB9A0-FCA7-4250-8616-B46FA372FD7A}" type="pres">
      <dgm:prSet presAssocID="{001508B6-E15B-4F17-917E-F765E73D1449}" presName="iconSpace" presStyleCnt="0"/>
      <dgm:spPr/>
    </dgm:pt>
    <dgm:pt modelId="{B26EDE82-43B5-4A41-8D76-F7457468640E}" type="pres">
      <dgm:prSet presAssocID="{001508B6-E15B-4F17-917E-F765E73D1449}" presName="parTx" presStyleLbl="revTx" presStyleIdx="2" presStyleCnt="4">
        <dgm:presLayoutVars>
          <dgm:chMax val="0"/>
          <dgm:chPref val="0"/>
        </dgm:presLayoutVars>
      </dgm:prSet>
      <dgm:spPr/>
    </dgm:pt>
    <dgm:pt modelId="{818D84F4-7A93-4979-AB67-DFCF4142E05E}" type="pres">
      <dgm:prSet presAssocID="{001508B6-E15B-4F17-917E-F765E73D1449}" presName="txSpace" presStyleCnt="0"/>
      <dgm:spPr/>
    </dgm:pt>
    <dgm:pt modelId="{09DEE772-36C9-4E64-B605-EF75CA66FD2F}" type="pres">
      <dgm:prSet presAssocID="{001508B6-E15B-4F17-917E-F765E73D1449}" presName="desTx" presStyleLbl="revTx" presStyleIdx="3" presStyleCnt="4">
        <dgm:presLayoutVars/>
      </dgm:prSet>
      <dgm:spPr/>
    </dgm:pt>
  </dgm:ptLst>
  <dgm:cxnLst>
    <dgm:cxn modelId="{C6C72007-AFF1-40F0-A928-657A79452FDF}" type="presOf" srcId="{D2B88D2B-2BD6-4361-89C8-9BE820C7DD16}" destId="{378F52A5-58DB-4D97-B208-DCFF51A2C8C8}" srcOrd="0" destOrd="0" presId="urn:microsoft.com/office/officeart/2018/2/layout/IconLabelDescriptionList"/>
    <dgm:cxn modelId="{88FB4407-160F-450E-AC1B-489BF7BBAAC8}" type="presOf" srcId="{DA983509-5A4D-4340-8FC9-9E0A1308F6AD}" destId="{CBA61712-2AF5-44AC-8B72-8BBE7DE48681}" srcOrd="0" destOrd="2" presId="urn:microsoft.com/office/officeart/2018/2/layout/IconLabelDescriptionList"/>
    <dgm:cxn modelId="{F30F7A16-5006-47E8-B436-27A2AE6DB727}" type="presOf" srcId="{001508B6-E15B-4F17-917E-F765E73D1449}" destId="{B26EDE82-43B5-4A41-8D76-F7457468640E}" srcOrd="0" destOrd="0" presId="urn:microsoft.com/office/officeart/2018/2/layout/IconLabelDescriptionList"/>
    <dgm:cxn modelId="{E94C7119-C261-4535-8CBD-CBF7AF512466}" srcId="{D2B88D2B-2BD6-4361-89C8-9BE820C7DD16}" destId="{7A3852A2-57F6-4AB7-8DBD-AF13B545F6CC}" srcOrd="0" destOrd="0" parTransId="{C607FEEF-456E-4502-B7E0-6D93E2C7276F}" sibTransId="{AE5278A0-493D-468A-A36B-6ECA8B3AF334}"/>
    <dgm:cxn modelId="{65C21F20-D56E-4068-840E-8A3C81C5B7B3}" type="presOf" srcId="{758C5B85-D432-42F3-9C80-8941A1E66AD9}" destId="{CBA61712-2AF5-44AC-8B72-8BBE7DE48681}" srcOrd="0" destOrd="0" presId="urn:microsoft.com/office/officeart/2018/2/layout/IconLabelDescriptionList"/>
    <dgm:cxn modelId="{8FF40C33-2AA8-4E1B-B962-3C04C442792E}" type="presOf" srcId="{FC534F58-CBFC-451B-ACAB-650EF4A4ABEA}" destId="{CBA61712-2AF5-44AC-8B72-8BBE7DE48681}" srcOrd="0" destOrd="1" presId="urn:microsoft.com/office/officeart/2018/2/layout/IconLabelDescriptionList"/>
    <dgm:cxn modelId="{3E084A47-D527-4C63-9837-C0B21D9A84EA}" srcId="{7A3852A2-57F6-4AB7-8DBD-AF13B545F6CC}" destId="{B4B09A68-B0BD-4059-8E04-4149818A4BE2}" srcOrd="3" destOrd="0" parTransId="{54632998-18FB-4493-9C03-A50A68A7FA6A}" sibTransId="{9B97CAAA-92A1-47C6-9E34-1142CFCD3C9D}"/>
    <dgm:cxn modelId="{9C9C9349-9E65-4AEC-940D-068C64F13037}" srcId="{7A3852A2-57F6-4AB7-8DBD-AF13B545F6CC}" destId="{FC534F58-CBFC-451B-ACAB-650EF4A4ABEA}" srcOrd="1" destOrd="0" parTransId="{6CEFAEE8-C56F-4B1A-B2B3-F0BB631F239F}" sibTransId="{4042E295-AC1B-46D4-9B2F-D46D69AA8347}"/>
    <dgm:cxn modelId="{D0F6496B-A508-4932-B23A-A33A8125B05E}" type="presOf" srcId="{7A3852A2-57F6-4AB7-8DBD-AF13B545F6CC}" destId="{1A55BAD2-0AFB-4B6F-AC6A-13854EE7CAED}" srcOrd="0" destOrd="0" presId="urn:microsoft.com/office/officeart/2018/2/layout/IconLabelDescriptionList"/>
    <dgm:cxn modelId="{A7D54779-4FF8-4083-A7DE-71CC23EE67A7}" srcId="{D2B88D2B-2BD6-4361-89C8-9BE820C7DD16}" destId="{001508B6-E15B-4F17-917E-F765E73D1449}" srcOrd="1" destOrd="0" parTransId="{1FA85E12-97B8-4DEF-BA2B-3E9C6F28CD29}" sibTransId="{28C60514-42E7-4CE1-A3F9-620BB3E78E86}"/>
    <dgm:cxn modelId="{A2BE3991-9DD5-4B74-A63C-84C9D1599D77}" srcId="{7A3852A2-57F6-4AB7-8DBD-AF13B545F6CC}" destId="{758C5B85-D432-42F3-9C80-8941A1E66AD9}" srcOrd="0" destOrd="0" parTransId="{74CC701A-58C8-4083-8700-54A71A44E3E9}" sibTransId="{194CA198-6D1B-488E-B864-3FB5E35A24E5}"/>
    <dgm:cxn modelId="{709DE1CE-11B0-4F8A-9519-446888DF4EDA}" type="presOf" srcId="{63D7E0F2-1F63-4310-9446-50BD21B0EFDF}" destId="{CBA61712-2AF5-44AC-8B72-8BBE7DE48681}" srcOrd="0" destOrd="4" presId="urn:microsoft.com/office/officeart/2018/2/layout/IconLabelDescriptionList"/>
    <dgm:cxn modelId="{F2E1E1DC-7BAB-4D01-A668-9FD1CF0D7B3D}" srcId="{7A3852A2-57F6-4AB7-8DBD-AF13B545F6CC}" destId="{DA983509-5A4D-4340-8FC9-9E0A1308F6AD}" srcOrd="2" destOrd="0" parTransId="{4ADDF4C5-9880-49CB-A998-CA0AF7614743}" sibTransId="{63CAFD30-9F5D-4231-8850-963070FA7843}"/>
    <dgm:cxn modelId="{D4E5BDE9-330F-48ED-9F39-8955179D1DF0}" type="presOf" srcId="{B4B09A68-B0BD-4059-8E04-4149818A4BE2}" destId="{CBA61712-2AF5-44AC-8B72-8BBE7DE48681}" srcOrd="0" destOrd="3" presId="urn:microsoft.com/office/officeart/2018/2/layout/IconLabelDescriptionList"/>
    <dgm:cxn modelId="{DB6A78EC-865D-47C9-9942-15596904C049}" srcId="{7A3852A2-57F6-4AB7-8DBD-AF13B545F6CC}" destId="{63D7E0F2-1F63-4310-9446-50BD21B0EFDF}" srcOrd="4" destOrd="0" parTransId="{A6615D68-97DB-48A9-96DF-246753E69EA9}" sibTransId="{FD44CA76-52A2-40AB-94D7-C34DA870B54A}"/>
    <dgm:cxn modelId="{22862612-8353-48A5-B832-333AEC8BCF21}" type="presParOf" srcId="{378F52A5-58DB-4D97-B208-DCFF51A2C8C8}" destId="{F4649618-1BDD-4A1F-8215-B5F4F13AFCBC}" srcOrd="0" destOrd="0" presId="urn:microsoft.com/office/officeart/2018/2/layout/IconLabelDescriptionList"/>
    <dgm:cxn modelId="{E7954671-1F12-4CD9-BFED-748145C9ADBB}" type="presParOf" srcId="{F4649618-1BDD-4A1F-8215-B5F4F13AFCBC}" destId="{CFA9678D-5AE1-4D54-9C42-00BC479FA05E}" srcOrd="0" destOrd="0" presId="urn:microsoft.com/office/officeart/2018/2/layout/IconLabelDescriptionList"/>
    <dgm:cxn modelId="{FD2639B5-902D-4075-A129-ADA9BE683C2D}" type="presParOf" srcId="{F4649618-1BDD-4A1F-8215-B5F4F13AFCBC}" destId="{CE53AB37-F2F3-45EE-BE46-0773A8CAD87E}" srcOrd="1" destOrd="0" presId="urn:microsoft.com/office/officeart/2018/2/layout/IconLabelDescriptionList"/>
    <dgm:cxn modelId="{3215A473-EB10-49E4-9252-7BA840AD02B8}" type="presParOf" srcId="{F4649618-1BDD-4A1F-8215-B5F4F13AFCBC}" destId="{1A55BAD2-0AFB-4B6F-AC6A-13854EE7CAED}" srcOrd="2" destOrd="0" presId="urn:microsoft.com/office/officeart/2018/2/layout/IconLabelDescriptionList"/>
    <dgm:cxn modelId="{6AFDFEC1-BFF4-462C-9355-F23DBF8C03BB}" type="presParOf" srcId="{F4649618-1BDD-4A1F-8215-B5F4F13AFCBC}" destId="{8F3BA0D6-8987-4185-B841-E36B9A1F7D21}" srcOrd="3" destOrd="0" presId="urn:microsoft.com/office/officeart/2018/2/layout/IconLabelDescriptionList"/>
    <dgm:cxn modelId="{4BC8F43B-3184-4037-A4B5-838D5140470A}" type="presParOf" srcId="{F4649618-1BDD-4A1F-8215-B5F4F13AFCBC}" destId="{CBA61712-2AF5-44AC-8B72-8BBE7DE48681}" srcOrd="4" destOrd="0" presId="urn:microsoft.com/office/officeart/2018/2/layout/IconLabelDescriptionList"/>
    <dgm:cxn modelId="{7A52940A-E526-4C21-A9B3-FA8B43469872}" type="presParOf" srcId="{378F52A5-58DB-4D97-B208-DCFF51A2C8C8}" destId="{7B064D47-49DF-4ED1-B703-943D61F9ADCD}" srcOrd="1" destOrd="0" presId="urn:microsoft.com/office/officeart/2018/2/layout/IconLabelDescriptionList"/>
    <dgm:cxn modelId="{EA95C782-7B06-4EE4-A193-4A5FBD4B96FE}" type="presParOf" srcId="{378F52A5-58DB-4D97-B208-DCFF51A2C8C8}" destId="{07D664D6-CF1B-4302-9161-EB4F245D2A76}" srcOrd="2" destOrd="0" presId="urn:microsoft.com/office/officeart/2018/2/layout/IconLabelDescriptionList"/>
    <dgm:cxn modelId="{95B01496-5BE7-4D62-ABDF-3B584D10D53E}" type="presParOf" srcId="{07D664D6-CF1B-4302-9161-EB4F245D2A76}" destId="{557B70CE-2CD1-4A03-A0BA-8AA8E232D114}" srcOrd="0" destOrd="0" presId="urn:microsoft.com/office/officeart/2018/2/layout/IconLabelDescriptionList"/>
    <dgm:cxn modelId="{C21A8261-30AD-40F0-A406-0007C33B458F}" type="presParOf" srcId="{07D664D6-CF1B-4302-9161-EB4F245D2A76}" destId="{FE0FB9A0-FCA7-4250-8616-B46FA372FD7A}" srcOrd="1" destOrd="0" presId="urn:microsoft.com/office/officeart/2018/2/layout/IconLabelDescriptionList"/>
    <dgm:cxn modelId="{8D9F1E75-94C4-4135-B7DF-21E11CFA2448}" type="presParOf" srcId="{07D664D6-CF1B-4302-9161-EB4F245D2A76}" destId="{B26EDE82-43B5-4A41-8D76-F7457468640E}" srcOrd="2" destOrd="0" presId="urn:microsoft.com/office/officeart/2018/2/layout/IconLabelDescriptionList"/>
    <dgm:cxn modelId="{039CBAD4-C385-41C5-959F-6AF28281AF34}" type="presParOf" srcId="{07D664D6-CF1B-4302-9161-EB4F245D2A76}" destId="{818D84F4-7A93-4979-AB67-DFCF4142E05E}" srcOrd="3" destOrd="0" presId="urn:microsoft.com/office/officeart/2018/2/layout/IconLabelDescriptionList"/>
    <dgm:cxn modelId="{354BE1E3-B991-40A5-A772-E4B9A0818DFE}" type="presParOf" srcId="{07D664D6-CF1B-4302-9161-EB4F245D2A76}" destId="{09DEE772-36C9-4E64-B605-EF75CA66FD2F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49ABB7-C0D9-44D1-B975-96A7594E0474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148AFE4-2B3A-4A2F-984C-7334E118CD26}">
      <dgm:prSet/>
      <dgm:spPr/>
      <dgm:t>
        <a:bodyPr/>
        <a:lstStyle/>
        <a:p>
          <a:r>
            <a:rPr lang="en-US"/>
            <a:t>Data Processing:</a:t>
          </a:r>
        </a:p>
      </dgm:t>
    </dgm:pt>
    <dgm:pt modelId="{EBE131EB-3966-497D-97F2-B4989F71C512}" type="parTrans" cxnId="{CD22EE52-9461-4506-BA46-C16962C63959}">
      <dgm:prSet/>
      <dgm:spPr/>
      <dgm:t>
        <a:bodyPr/>
        <a:lstStyle/>
        <a:p>
          <a:endParaRPr lang="en-US"/>
        </a:p>
      </dgm:t>
    </dgm:pt>
    <dgm:pt modelId="{C5220646-324C-4DBC-8E6A-B69502CF8318}" type="sibTrans" cxnId="{CD22EE52-9461-4506-BA46-C16962C63959}">
      <dgm:prSet/>
      <dgm:spPr/>
      <dgm:t>
        <a:bodyPr/>
        <a:lstStyle/>
        <a:p>
          <a:endParaRPr lang="en-US"/>
        </a:p>
      </dgm:t>
    </dgm:pt>
    <dgm:pt modelId="{E0DE9D7A-4D00-405A-B475-4102430DEDEB}">
      <dgm:prSet/>
      <dgm:spPr/>
      <dgm:t>
        <a:bodyPr/>
        <a:lstStyle/>
        <a:p>
          <a:r>
            <a:rPr lang="en-US"/>
            <a:t>• SQLite database integration</a:t>
          </a:r>
        </a:p>
      </dgm:t>
    </dgm:pt>
    <dgm:pt modelId="{2E2E8DFB-ECAF-44D3-BF24-D7E28968FA57}" type="parTrans" cxnId="{412F829A-E6A9-4DE7-9760-97DC9702E77F}">
      <dgm:prSet/>
      <dgm:spPr/>
      <dgm:t>
        <a:bodyPr/>
        <a:lstStyle/>
        <a:p>
          <a:endParaRPr lang="en-US"/>
        </a:p>
      </dgm:t>
    </dgm:pt>
    <dgm:pt modelId="{FB93D2B2-A50C-4668-BE29-AB230FBE406C}" type="sibTrans" cxnId="{412F829A-E6A9-4DE7-9760-97DC9702E77F}">
      <dgm:prSet/>
      <dgm:spPr/>
      <dgm:t>
        <a:bodyPr/>
        <a:lstStyle/>
        <a:p>
          <a:endParaRPr lang="en-US"/>
        </a:p>
      </dgm:t>
    </dgm:pt>
    <dgm:pt modelId="{92523FD3-A5FB-42ED-A60B-D3A4925C39CB}">
      <dgm:prSet/>
      <dgm:spPr/>
      <dgm:t>
        <a:bodyPr/>
        <a:lstStyle/>
        <a:p>
          <a:r>
            <a:rPr lang="en-US"/>
            <a:t>• Feature engineering and data cleaning</a:t>
          </a:r>
        </a:p>
      </dgm:t>
    </dgm:pt>
    <dgm:pt modelId="{F23163B8-DCBC-43F6-8231-74D36B12831B}" type="parTrans" cxnId="{08F010F5-49E9-4E52-A35C-5F2F8114D598}">
      <dgm:prSet/>
      <dgm:spPr/>
      <dgm:t>
        <a:bodyPr/>
        <a:lstStyle/>
        <a:p>
          <a:endParaRPr lang="en-US"/>
        </a:p>
      </dgm:t>
    </dgm:pt>
    <dgm:pt modelId="{20A41B38-5DDA-4020-A15E-B7AA5A2A0616}" type="sibTrans" cxnId="{08F010F5-49E9-4E52-A35C-5F2F8114D598}">
      <dgm:prSet/>
      <dgm:spPr/>
      <dgm:t>
        <a:bodyPr/>
        <a:lstStyle/>
        <a:p>
          <a:endParaRPr lang="en-US"/>
        </a:p>
      </dgm:t>
    </dgm:pt>
    <dgm:pt modelId="{6F568B0C-F0B7-4F01-980E-48D687C0E6EA}">
      <dgm:prSet/>
      <dgm:spPr/>
      <dgm:t>
        <a:bodyPr/>
        <a:lstStyle/>
        <a:p>
          <a:r>
            <a:rPr lang="en-US"/>
            <a:t>• Time-based feature creation</a:t>
          </a:r>
        </a:p>
      </dgm:t>
    </dgm:pt>
    <dgm:pt modelId="{CF1434DF-34EE-4070-9CAD-D61B3872C11F}" type="parTrans" cxnId="{56C3B05E-AA42-45BA-B0F3-B40E502BA60A}">
      <dgm:prSet/>
      <dgm:spPr/>
      <dgm:t>
        <a:bodyPr/>
        <a:lstStyle/>
        <a:p>
          <a:endParaRPr lang="en-US"/>
        </a:p>
      </dgm:t>
    </dgm:pt>
    <dgm:pt modelId="{F6052CD4-B012-4AA0-AC59-5D45328D7F88}" type="sibTrans" cxnId="{56C3B05E-AA42-45BA-B0F3-B40E502BA60A}">
      <dgm:prSet/>
      <dgm:spPr/>
      <dgm:t>
        <a:bodyPr/>
        <a:lstStyle/>
        <a:p>
          <a:endParaRPr lang="en-US"/>
        </a:p>
      </dgm:t>
    </dgm:pt>
    <dgm:pt modelId="{699DD12E-ED22-4977-873C-147FAEB70061}">
      <dgm:prSet/>
      <dgm:spPr/>
      <dgm:t>
        <a:bodyPr/>
        <a:lstStyle/>
        <a:p>
          <a:r>
            <a:rPr lang="en-US"/>
            <a:t>Machine Learning Pipeline:</a:t>
          </a:r>
        </a:p>
      </dgm:t>
    </dgm:pt>
    <dgm:pt modelId="{56F4564F-625F-4F07-AE3E-709B46AF8E4B}" type="parTrans" cxnId="{755D2D51-2EA6-45CB-A4FB-122195F1E280}">
      <dgm:prSet/>
      <dgm:spPr/>
      <dgm:t>
        <a:bodyPr/>
        <a:lstStyle/>
        <a:p>
          <a:endParaRPr lang="en-US"/>
        </a:p>
      </dgm:t>
    </dgm:pt>
    <dgm:pt modelId="{57F24698-E8A1-44EB-A6AE-6D19C03887C7}" type="sibTrans" cxnId="{755D2D51-2EA6-45CB-A4FB-122195F1E280}">
      <dgm:prSet/>
      <dgm:spPr/>
      <dgm:t>
        <a:bodyPr/>
        <a:lstStyle/>
        <a:p>
          <a:endParaRPr lang="en-US"/>
        </a:p>
      </dgm:t>
    </dgm:pt>
    <dgm:pt modelId="{85B4914F-1D31-4981-BD30-E5275878D1FB}">
      <dgm:prSet/>
      <dgm:spPr/>
      <dgm:t>
        <a:bodyPr/>
        <a:lstStyle/>
        <a:p>
          <a:r>
            <a:rPr lang="en-US"/>
            <a:t>• Decision Trees, Time Series models</a:t>
          </a:r>
        </a:p>
      </dgm:t>
    </dgm:pt>
    <dgm:pt modelId="{EAC5129E-F066-4760-945C-8E7874BB9927}" type="parTrans" cxnId="{CC1933D4-B126-4AD4-A9E0-88AA0C0899CB}">
      <dgm:prSet/>
      <dgm:spPr/>
      <dgm:t>
        <a:bodyPr/>
        <a:lstStyle/>
        <a:p>
          <a:endParaRPr lang="en-US"/>
        </a:p>
      </dgm:t>
    </dgm:pt>
    <dgm:pt modelId="{C616AEF4-BF69-4C5F-989E-241FAFD2E7D9}" type="sibTrans" cxnId="{CC1933D4-B126-4AD4-A9E0-88AA0C0899CB}">
      <dgm:prSet/>
      <dgm:spPr/>
      <dgm:t>
        <a:bodyPr/>
        <a:lstStyle/>
        <a:p>
          <a:endParaRPr lang="en-US"/>
        </a:p>
      </dgm:t>
    </dgm:pt>
    <dgm:pt modelId="{6EA4E071-8689-4DE0-98D3-9EDE4D8EC3FE}">
      <dgm:prSet/>
      <dgm:spPr/>
      <dgm:t>
        <a:bodyPr/>
        <a:lstStyle/>
        <a:p>
          <a:r>
            <a:rPr lang="en-US"/>
            <a:t>• Historical consumption + weather features</a:t>
          </a:r>
        </a:p>
      </dgm:t>
    </dgm:pt>
    <dgm:pt modelId="{87C41E15-80DB-462F-83D0-9FACD05A4986}" type="parTrans" cxnId="{1EF89C02-CCE1-40F8-BD07-63F7D9BD43A3}">
      <dgm:prSet/>
      <dgm:spPr/>
      <dgm:t>
        <a:bodyPr/>
        <a:lstStyle/>
        <a:p>
          <a:endParaRPr lang="en-US"/>
        </a:p>
      </dgm:t>
    </dgm:pt>
    <dgm:pt modelId="{6860760F-7176-4D19-B073-95049CF87AC0}" type="sibTrans" cxnId="{1EF89C02-CCE1-40F8-BD07-63F7D9BD43A3}">
      <dgm:prSet/>
      <dgm:spPr/>
      <dgm:t>
        <a:bodyPr/>
        <a:lstStyle/>
        <a:p>
          <a:endParaRPr lang="en-US"/>
        </a:p>
      </dgm:t>
    </dgm:pt>
    <dgm:pt modelId="{2C1C1E2F-4CC0-4181-AA66-1E0FE34D9F41}">
      <dgm:prSet/>
      <dgm:spPr/>
      <dgm:t>
        <a:bodyPr/>
        <a:lstStyle/>
        <a:p>
          <a:r>
            <a:rPr lang="en-US"/>
            <a:t>• Time-series cross-validation</a:t>
          </a:r>
        </a:p>
      </dgm:t>
    </dgm:pt>
    <dgm:pt modelId="{289B6EEA-30FE-4C09-8988-AC90275328CE}" type="parTrans" cxnId="{CBD4F518-2A4E-457E-97E3-CAC23E37983E}">
      <dgm:prSet/>
      <dgm:spPr/>
      <dgm:t>
        <a:bodyPr/>
        <a:lstStyle/>
        <a:p>
          <a:endParaRPr lang="en-US"/>
        </a:p>
      </dgm:t>
    </dgm:pt>
    <dgm:pt modelId="{76B4B244-B153-4708-8B12-363CA1495F95}" type="sibTrans" cxnId="{CBD4F518-2A4E-457E-97E3-CAC23E37983E}">
      <dgm:prSet/>
      <dgm:spPr/>
      <dgm:t>
        <a:bodyPr/>
        <a:lstStyle/>
        <a:p>
          <a:endParaRPr lang="en-US"/>
        </a:p>
      </dgm:t>
    </dgm:pt>
    <dgm:pt modelId="{3F221B80-ABCE-4D56-B9ED-800BAC8FAE34}">
      <dgm:prSet/>
      <dgm:spPr/>
      <dgm:t>
        <a:bodyPr/>
        <a:lstStyle/>
        <a:p>
          <a:r>
            <a:rPr lang="en-US"/>
            <a:t>Key Technologies:</a:t>
          </a:r>
        </a:p>
      </dgm:t>
    </dgm:pt>
    <dgm:pt modelId="{344EB64E-D79B-481A-BBBB-0F883AA4CB88}" type="parTrans" cxnId="{BB6C0546-FB5D-4E2B-8209-5717D129D628}">
      <dgm:prSet/>
      <dgm:spPr/>
      <dgm:t>
        <a:bodyPr/>
        <a:lstStyle/>
        <a:p>
          <a:endParaRPr lang="en-US"/>
        </a:p>
      </dgm:t>
    </dgm:pt>
    <dgm:pt modelId="{68E66949-10E5-4ACE-AEBF-3BD9EFA0A36C}" type="sibTrans" cxnId="{BB6C0546-FB5D-4E2B-8209-5717D129D628}">
      <dgm:prSet/>
      <dgm:spPr/>
      <dgm:t>
        <a:bodyPr/>
        <a:lstStyle/>
        <a:p>
          <a:endParaRPr lang="en-US"/>
        </a:p>
      </dgm:t>
    </dgm:pt>
    <dgm:pt modelId="{F28D5B9F-F424-40F8-9F47-7F1B0C69BAF2}">
      <dgm:prSet/>
      <dgm:spPr/>
      <dgm:t>
        <a:bodyPr/>
        <a:lstStyle/>
        <a:p>
          <a:r>
            <a:rPr lang="en-US"/>
            <a:t>• Python, Pandas, Scikit-learn</a:t>
          </a:r>
        </a:p>
      </dgm:t>
    </dgm:pt>
    <dgm:pt modelId="{95291191-5072-4274-AA80-BEB16311188D}" type="parTrans" cxnId="{F0E98571-6908-4036-81E2-20A38663D49B}">
      <dgm:prSet/>
      <dgm:spPr/>
      <dgm:t>
        <a:bodyPr/>
        <a:lstStyle/>
        <a:p>
          <a:endParaRPr lang="en-US"/>
        </a:p>
      </dgm:t>
    </dgm:pt>
    <dgm:pt modelId="{4ED8127B-5E7E-4F42-A51A-DE5801E237D1}" type="sibTrans" cxnId="{F0E98571-6908-4036-81E2-20A38663D49B}">
      <dgm:prSet/>
      <dgm:spPr/>
      <dgm:t>
        <a:bodyPr/>
        <a:lstStyle/>
        <a:p>
          <a:endParaRPr lang="en-US"/>
        </a:p>
      </dgm:t>
    </dgm:pt>
    <dgm:pt modelId="{FCB769A8-684B-49EB-AE1B-376549C4BB35}">
      <dgm:prSet/>
      <dgm:spPr/>
      <dgm:t>
        <a:bodyPr/>
        <a:lstStyle/>
        <a:p>
          <a:r>
            <a:rPr lang="en-US" dirty="0"/>
            <a:t>• Jupyter Notebook, SQLite, Dash App</a:t>
          </a:r>
        </a:p>
      </dgm:t>
    </dgm:pt>
    <dgm:pt modelId="{6BFEB74A-07B9-4F9B-9CDF-E3CEAD2E42D2}" type="parTrans" cxnId="{D7982444-AED0-4E7B-AAC9-6A8517F67D42}">
      <dgm:prSet/>
      <dgm:spPr/>
      <dgm:t>
        <a:bodyPr/>
        <a:lstStyle/>
        <a:p>
          <a:endParaRPr lang="en-US"/>
        </a:p>
      </dgm:t>
    </dgm:pt>
    <dgm:pt modelId="{8155B514-6FD7-4EC4-81D5-F436A3CFFCFB}" type="sibTrans" cxnId="{D7982444-AED0-4E7B-AAC9-6A8517F67D42}">
      <dgm:prSet/>
      <dgm:spPr/>
      <dgm:t>
        <a:bodyPr/>
        <a:lstStyle/>
        <a:p>
          <a:endParaRPr lang="en-US"/>
        </a:p>
      </dgm:t>
    </dgm:pt>
    <dgm:pt modelId="{A0C03982-DCC1-4574-A2D1-E8C4FD0F20BF}" type="pres">
      <dgm:prSet presAssocID="{5349ABB7-C0D9-44D1-B975-96A7594E0474}" presName="diagram" presStyleCnt="0">
        <dgm:presLayoutVars>
          <dgm:dir/>
          <dgm:resizeHandles val="exact"/>
        </dgm:presLayoutVars>
      </dgm:prSet>
      <dgm:spPr/>
    </dgm:pt>
    <dgm:pt modelId="{E1E88F17-FB54-486E-A5AC-4BFB5CC91E9A}" type="pres">
      <dgm:prSet presAssocID="{6148AFE4-2B3A-4A2F-984C-7334E118CD26}" presName="node" presStyleLbl="node1" presStyleIdx="0" presStyleCnt="11">
        <dgm:presLayoutVars>
          <dgm:bulletEnabled val="1"/>
        </dgm:presLayoutVars>
      </dgm:prSet>
      <dgm:spPr/>
    </dgm:pt>
    <dgm:pt modelId="{60658F11-2ED5-4CCF-91E8-AFB2CB73AE12}" type="pres">
      <dgm:prSet presAssocID="{C5220646-324C-4DBC-8E6A-B69502CF8318}" presName="sibTrans" presStyleCnt="0"/>
      <dgm:spPr/>
    </dgm:pt>
    <dgm:pt modelId="{BFAC54D8-71E9-4483-9A18-B82C1CECB977}" type="pres">
      <dgm:prSet presAssocID="{E0DE9D7A-4D00-405A-B475-4102430DEDEB}" presName="node" presStyleLbl="node1" presStyleIdx="1" presStyleCnt="11">
        <dgm:presLayoutVars>
          <dgm:bulletEnabled val="1"/>
        </dgm:presLayoutVars>
      </dgm:prSet>
      <dgm:spPr/>
    </dgm:pt>
    <dgm:pt modelId="{07CF4C45-0A8E-40EF-8BE5-0A6B36CE5398}" type="pres">
      <dgm:prSet presAssocID="{FB93D2B2-A50C-4668-BE29-AB230FBE406C}" presName="sibTrans" presStyleCnt="0"/>
      <dgm:spPr/>
    </dgm:pt>
    <dgm:pt modelId="{922F6B3B-6327-471A-B0CA-5B74B3721EDA}" type="pres">
      <dgm:prSet presAssocID="{92523FD3-A5FB-42ED-A60B-D3A4925C39CB}" presName="node" presStyleLbl="node1" presStyleIdx="2" presStyleCnt="11">
        <dgm:presLayoutVars>
          <dgm:bulletEnabled val="1"/>
        </dgm:presLayoutVars>
      </dgm:prSet>
      <dgm:spPr/>
    </dgm:pt>
    <dgm:pt modelId="{6BACC860-ED16-444F-8477-AA0E889D7295}" type="pres">
      <dgm:prSet presAssocID="{20A41B38-5DDA-4020-A15E-B7AA5A2A0616}" presName="sibTrans" presStyleCnt="0"/>
      <dgm:spPr/>
    </dgm:pt>
    <dgm:pt modelId="{ACE04C0D-062D-4687-B1BD-E2B4BA96B087}" type="pres">
      <dgm:prSet presAssocID="{6F568B0C-F0B7-4F01-980E-48D687C0E6EA}" presName="node" presStyleLbl="node1" presStyleIdx="3" presStyleCnt="11">
        <dgm:presLayoutVars>
          <dgm:bulletEnabled val="1"/>
        </dgm:presLayoutVars>
      </dgm:prSet>
      <dgm:spPr/>
    </dgm:pt>
    <dgm:pt modelId="{D15FD0BF-FE1B-42B4-AC37-DA5884772B05}" type="pres">
      <dgm:prSet presAssocID="{F6052CD4-B012-4AA0-AC59-5D45328D7F88}" presName="sibTrans" presStyleCnt="0"/>
      <dgm:spPr/>
    </dgm:pt>
    <dgm:pt modelId="{359B2FCB-EC74-428F-B5D0-59206C0B2FDA}" type="pres">
      <dgm:prSet presAssocID="{699DD12E-ED22-4977-873C-147FAEB70061}" presName="node" presStyleLbl="node1" presStyleIdx="4" presStyleCnt="11">
        <dgm:presLayoutVars>
          <dgm:bulletEnabled val="1"/>
        </dgm:presLayoutVars>
      </dgm:prSet>
      <dgm:spPr/>
    </dgm:pt>
    <dgm:pt modelId="{75AF0F10-F8EB-4EFE-8EA9-DA0F079303C0}" type="pres">
      <dgm:prSet presAssocID="{57F24698-E8A1-44EB-A6AE-6D19C03887C7}" presName="sibTrans" presStyleCnt="0"/>
      <dgm:spPr/>
    </dgm:pt>
    <dgm:pt modelId="{659EA2B7-3B46-4F8F-9EA5-F76538BA75CB}" type="pres">
      <dgm:prSet presAssocID="{85B4914F-1D31-4981-BD30-E5275878D1FB}" presName="node" presStyleLbl="node1" presStyleIdx="5" presStyleCnt="11">
        <dgm:presLayoutVars>
          <dgm:bulletEnabled val="1"/>
        </dgm:presLayoutVars>
      </dgm:prSet>
      <dgm:spPr/>
    </dgm:pt>
    <dgm:pt modelId="{2BA753D7-BD7E-454B-885A-B8CCEC4C0F82}" type="pres">
      <dgm:prSet presAssocID="{C616AEF4-BF69-4C5F-989E-241FAFD2E7D9}" presName="sibTrans" presStyleCnt="0"/>
      <dgm:spPr/>
    </dgm:pt>
    <dgm:pt modelId="{6E6FFE99-4852-4CE2-BC1B-6E5A3803D6F9}" type="pres">
      <dgm:prSet presAssocID="{6EA4E071-8689-4DE0-98D3-9EDE4D8EC3FE}" presName="node" presStyleLbl="node1" presStyleIdx="6" presStyleCnt="11">
        <dgm:presLayoutVars>
          <dgm:bulletEnabled val="1"/>
        </dgm:presLayoutVars>
      </dgm:prSet>
      <dgm:spPr/>
    </dgm:pt>
    <dgm:pt modelId="{C385A6E3-ED9C-4B64-B415-8EDEFF7D1DC1}" type="pres">
      <dgm:prSet presAssocID="{6860760F-7176-4D19-B073-95049CF87AC0}" presName="sibTrans" presStyleCnt="0"/>
      <dgm:spPr/>
    </dgm:pt>
    <dgm:pt modelId="{DA39EF4C-D402-49AD-89CB-14A0EE211074}" type="pres">
      <dgm:prSet presAssocID="{2C1C1E2F-4CC0-4181-AA66-1E0FE34D9F41}" presName="node" presStyleLbl="node1" presStyleIdx="7" presStyleCnt="11">
        <dgm:presLayoutVars>
          <dgm:bulletEnabled val="1"/>
        </dgm:presLayoutVars>
      </dgm:prSet>
      <dgm:spPr/>
    </dgm:pt>
    <dgm:pt modelId="{E0F74C32-391E-4084-ADE4-8B0B4BA3D21D}" type="pres">
      <dgm:prSet presAssocID="{76B4B244-B153-4708-8B12-363CA1495F95}" presName="sibTrans" presStyleCnt="0"/>
      <dgm:spPr/>
    </dgm:pt>
    <dgm:pt modelId="{E2DD1D49-751B-4689-A956-669C31801D13}" type="pres">
      <dgm:prSet presAssocID="{3F221B80-ABCE-4D56-B9ED-800BAC8FAE34}" presName="node" presStyleLbl="node1" presStyleIdx="8" presStyleCnt="11">
        <dgm:presLayoutVars>
          <dgm:bulletEnabled val="1"/>
        </dgm:presLayoutVars>
      </dgm:prSet>
      <dgm:spPr/>
    </dgm:pt>
    <dgm:pt modelId="{A81C73F8-B8F1-4F54-B98A-81D5854B0598}" type="pres">
      <dgm:prSet presAssocID="{68E66949-10E5-4ACE-AEBF-3BD9EFA0A36C}" presName="sibTrans" presStyleCnt="0"/>
      <dgm:spPr/>
    </dgm:pt>
    <dgm:pt modelId="{F7D67DA2-9F07-4FF0-9BC0-2D9DD327544B}" type="pres">
      <dgm:prSet presAssocID="{F28D5B9F-F424-40F8-9F47-7F1B0C69BAF2}" presName="node" presStyleLbl="node1" presStyleIdx="9" presStyleCnt="11">
        <dgm:presLayoutVars>
          <dgm:bulletEnabled val="1"/>
        </dgm:presLayoutVars>
      </dgm:prSet>
      <dgm:spPr/>
    </dgm:pt>
    <dgm:pt modelId="{BA44B37F-0AC3-4610-B10B-FB92D37BC225}" type="pres">
      <dgm:prSet presAssocID="{4ED8127B-5E7E-4F42-A51A-DE5801E237D1}" presName="sibTrans" presStyleCnt="0"/>
      <dgm:spPr/>
    </dgm:pt>
    <dgm:pt modelId="{FEA1FA9A-F26C-4AA5-9FF3-509F275358DD}" type="pres">
      <dgm:prSet presAssocID="{FCB769A8-684B-49EB-AE1B-376549C4BB35}" presName="node" presStyleLbl="node1" presStyleIdx="10" presStyleCnt="11">
        <dgm:presLayoutVars>
          <dgm:bulletEnabled val="1"/>
        </dgm:presLayoutVars>
      </dgm:prSet>
      <dgm:spPr/>
    </dgm:pt>
  </dgm:ptLst>
  <dgm:cxnLst>
    <dgm:cxn modelId="{1EF89C02-CCE1-40F8-BD07-63F7D9BD43A3}" srcId="{5349ABB7-C0D9-44D1-B975-96A7594E0474}" destId="{6EA4E071-8689-4DE0-98D3-9EDE4D8EC3FE}" srcOrd="6" destOrd="0" parTransId="{87C41E15-80DB-462F-83D0-9FACD05A4986}" sibTransId="{6860760F-7176-4D19-B073-95049CF87AC0}"/>
    <dgm:cxn modelId="{CBD4F518-2A4E-457E-97E3-CAC23E37983E}" srcId="{5349ABB7-C0D9-44D1-B975-96A7594E0474}" destId="{2C1C1E2F-4CC0-4181-AA66-1E0FE34D9F41}" srcOrd="7" destOrd="0" parTransId="{289B6EEA-30FE-4C09-8988-AC90275328CE}" sibTransId="{76B4B244-B153-4708-8B12-363CA1495F95}"/>
    <dgm:cxn modelId="{EC51161D-266A-4CFC-AF5A-DF304EB246EC}" type="presOf" srcId="{6148AFE4-2B3A-4A2F-984C-7334E118CD26}" destId="{E1E88F17-FB54-486E-A5AC-4BFB5CC91E9A}" srcOrd="0" destOrd="0" presId="urn:microsoft.com/office/officeart/2005/8/layout/default"/>
    <dgm:cxn modelId="{3A45861E-62C4-476F-B945-73453B250B1E}" type="presOf" srcId="{6EA4E071-8689-4DE0-98D3-9EDE4D8EC3FE}" destId="{6E6FFE99-4852-4CE2-BC1B-6E5A3803D6F9}" srcOrd="0" destOrd="0" presId="urn:microsoft.com/office/officeart/2005/8/layout/default"/>
    <dgm:cxn modelId="{DF71F920-446F-43CF-9317-E0636D5A3726}" type="presOf" srcId="{F28D5B9F-F424-40F8-9F47-7F1B0C69BAF2}" destId="{F7D67DA2-9F07-4FF0-9BC0-2D9DD327544B}" srcOrd="0" destOrd="0" presId="urn:microsoft.com/office/officeart/2005/8/layout/default"/>
    <dgm:cxn modelId="{56C3B05E-AA42-45BA-B0F3-B40E502BA60A}" srcId="{5349ABB7-C0D9-44D1-B975-96A7594E0474}" destId="{6F568B0C-F0B7-4F01-980E-48D687C0E6EA}" srcOrd="3" destOrd="0" parTransId="{CF1434DF-34EE-4070-9CAD-D61B3872C11F}" sibTransId="{F6052CD4-B012-4AA0-AC59-5D45328D7F88}"/>
    <dgm:cxn modelId="{D7982444-AED0-4E7B-AAC9-6A8517F67D42}" srcId="{5349ABB7-C0D9-44D1-B975-96A7594E0474}" destId="{FCB769A8-684B-49EB-AE1B-376549C4BB35}" srcOrd="10" destOrd="0" parTransId="{6BFEB74A-07B9-4F9B-9CDF-E3CEAD2E42D2}" sibTransId="{8155B514-6FD7-4EC4-81D5-F436A3CFFCFB}"/>
    <dgm:cxn modelId="{00218165-1CC5-4262-857B-83B31964BC1A}" type="presOf" srcId="{2C1C1E2F-4CC0-4181-AA66-1E0FE34D9F41}" destId="{DA39EF4C-D402-49AD-89CB-14A0EE211074}" srcOrd="0" destOrd="0" presId="urn:microsoft.com/office/officeart/2005/8/layout/default"/>
    <dgm:cxn modelId="{BB6C0546-FB5D-4E2B-8209-5717D129D628}" srcId="{5349ABB7-C0D9-44D1-B975-96A7594E0474}" destId="{3F221B80-ABCE-4D56-B9ED-800BAC8FAE34}" srcOrd="8" destOrd="0" parTransId="{344EB64E-D79B-481A-BBBB-0F883AA4CB88}" sibTransId="{68E66949-10E5-4ACE-AEBF-3BD9EFA0A36C}"/>
    <dgm:cxn modelId="{755D2D51-2EA6-45CB-A4FB-122195F1E280}" srcId="{5349ABB7-C0D9-44D1-B975-96A7594E0474}" destId="{699DD12E-ED22-4977-873C-147FAEB70061}" srcOrd="4" destOrd="0" parTransId="{56F4564F-625F-4F07-AE3E-709B46AF8E4B}" sibTransId="{57F24698-E8A1-44EB-A6AE-6D19C03887C7}"/>
    <dgm:cxn modelId="{F0E98571-6908-4036-81E2-20A38663D49B}" srcId="{5349ABB7-C0D9-44D1-B975-96A7594E0474}" destId="{F28D5B9F-F424-40F8-9F47-7F1B0C69BAF2}" srcOrd="9" destOrd="0" parTransId="{95291191-5072-4274-AA80-BEB16311188D}" sibTransId="{4ED8127B-5E7E-4F42-A51A-DE5801E237D1}"/>
    <dgm:cxn modelId="{CD22EE52-9461-4506-BA46-C16962C63959}" srcId="{5349ABB7-C0D9-44D1-B975-96A7594E0474}" destId="{6148AFE4-2B3A-4A2F-984C-7334E118CD26}" srcOrd="0" destOrd="0" parTransId="{EBE131EB-3966-497D-97F2-B4989F71C512}" sibTransId="{C5220646-324C-4DBC-8E6A-B69502CF8318}"/>
    <dgm:cxn modelId="{BD633273-2EDF-4FFF-A019-31CEE46660E3}" type="presOf" srcId="{6F568B0C-F0B7-4F01-980E-48D687C0E6EA}" destId="{ACE04C0D-062D-4687-B1BD-E2B4BA96B087}" srcOrd="0" destOrd="0" presId="urn:microsoft.com/office/officeart/2005/8/layout/default"/>
    <dgm:cxn modelId="{4FD1CE7D-4DEE-4472-AB69-6EA79685EB69}" type="presOf" srcId="{85B4914F-1D31-4981-BD30-E5275878D1FB}" destId="{659EA2B7-3B46-4F8F-9EA5-F76538BA75CB}" srcOrd="0" destOrd="0" presId="urn:microsoft.com/office/officeart/2005/8/layout/default"/>
    <dgm:cxn modelId="{412F829A-E6A9-4DE7-9760-97DC9702E77F}" srcId="{5349ABB7-C0D9-44D1-B975-96A7594E0474}" destId="{E0DE9D7A-4D00-405A-B475-4102430DEDEB}" srcOrd="1" destOrd="0" parTransId="{2E2E8DFB-ECAF-44D3-BF24-D7E28968FA57}" sibTransId="{FB93D2B2-A50C-4668-BE29-AB230FBE406C}"/>
    <dgm:cxn modelId="{EC29669D-A892-4C0F-A511-48CE0A398E32}" type="presOf" srcId="{E0DE9D7A-4D00-405A-B475-4102430DEDEB}" destId="{BFAC54D8-71E9-4483-9A18-B82C1CECB977}" srcOrd="0" destOrd="0" presId="urn:microsoft.com/office/officeart/2005/8/layout/default"/>
    <dgm:cxn modelId="{B197559D-A45D-4298-952F-AF7F6828EC4C}" type="presOf" srcId="{699DD12E-ED22-4977-873C-147FAEB70061}" destId="{359B2FCB-EC74-428F-B5D0-59206C0B2FDA}" srcOrd="0" destOrd="0" presId="urn:microsoft.com/office/officeart/2005/8/layout/default"/>
    <dgm:cxn modelId="{8B151DC3-8104-4836-BE8F-8AE1C558C955}" type="presOf" srcId="{3F221B80-ABCE-4D56-B9ED-800BAC8FAE34}" destId="{E2DD1D49-751B-4689-A956-669C31801D13}" srcOrd="0" destOrd="0" presId="urn:microsoft.com/office/officeart/2005/8/layout/default"/>
    <dgm:cxn modelId="{CCE2B3C5-DAD0-4257-913C-48DB7CEBF134}" type="presOf" srcId="{FCB769A8-684B-49EB-AE1B-376549C4BB35}" destId="{FEA1FA9A-F26C-4AA5-9FF3-509F275358DD}" srcOrd="0" destOrd="0" presId="urn:microsoft.com/office/officeart/2005/8/layout/default"/>
    <dgm:cxn modelId="{C40D98CC-DF99-4CCA-A130-019962CB3947}" type="presOf" srcId="{92523FD3-A5FB-42ED-A60B-D3A4925C39CB}" destId="{922F6B3B-6327-471A-B0CA-5B74B3721EDA}" srcOrd="0" destOrd="0" presId="urn:microsoft.com/office/officeart/2005/8/layout/default"/>
    <dgm:cxn modelId="{CC1933D4-B126-4AD4-A9E0-88AA0C0899CB}" srcId="{5349ABB7-C0D9-44D1-B975-96A7594E0474}" destId="{85B4914F-1D31-4981-BD30-E5275878D1FB}" srcOrd="5" destOrd="0" parTransId="{EAC5129E-F066-4760-945C-8E7874BB9927}" sibTransId="{C616AEF4-BF69-4C5F-989E-241FAFD2E7D9}"/>
    <dgm:cxn modelId="{08F010F5-49E9-4E52-A35C-5F2F8114D598}" srcId="{5349ABB7-C0D9-44D1-B975-96A7594E0474}" destId="{92523FD3-A5FB-42ED-A60B-D3A4925C39CB}" srcOrd="2" destOrd="0" parTransId="{F23163B8-DCBC-43F6-8231-74D36B12831B}" sibTransId="{20A41B38-5DDA-4020-A15E-B7AA5A2A0616}"/>
    <dgm:cxn modelId="{02A850FB-75DA-4FFC-8F56-1C34B4BF2047}" type="presOf" srcId="{5349ABB7-C0D9-44D1-B975-96A7594E0474}" destId="{A0C03982-DCC1-4574-A2D1-E8C4FD0F20BF}" srcOrd="0" destOrd="0" presId="urn:microsoft.com/office/officeart/2005/8/layout/default"/>
    <dgm:cxn modelId="{6AF73311-6179-4F83-8BC3-4BDD83CBEE9D}" type="presParOf" srcId="{A0C03982-DCC1-4574-A2D1-E8C4FD0F20BF}" destId="{E1E88F17-FB54-486E-A5AC-4BFB5CC91E9A}" srcOrd="0" destOrd="0" presId="urn:microsoft.com/office/officeart/2005/8/layout/default"/>
    <dgm:cxn modelId="{840F4D46-3C30-4E44-8EB0-E9927A463D0C}" type="presParOf" srcId="{A0C03982-DCC1-4574-A2D1-E8C4FD0F20BF}" destId="{60658F11-2ED5-4CCF-91E8-AFB2CB73AE12}" srcOrd="1" destOrd="0" presId="urn:microsoft.com/office/officeart/2005/8/layout/default"/>
    <dgm:cxn modelId="{3530BE68-8274-4CCC-B2C4-2D9A1347128E}" type="presParOf" srcId="{A0C03982-DCC1-4574-A2D1-E8C4FD0F20BF}" destId="{BFAC54D8-71E9-4483-9A18-B82C1CECB977}" srcOrd="2" destOrd="0" presId="urn:microsoft.com/office/officeart/2005/8/layout/default"/>
    <dgm:cxn modelId="{B53BB3FD-C2EA-472C-A45B-72B97D865401}" type="presParOf" srcId="{A0C03982-DCC1-4574-A2D1-E8C4FD0F20BF}" destId="{07CF4C45-0A8E-40EF-8BE5-0A6B36CE5398}" srcOrd="3" destOrd="0" presId="urn:microsoft.com/office/officeart/2005/8/layout/default"/>
    <dgm:cxn modelId="{2FAE3234-394E-4125-A0EB-1314B4551863}" type="presParOf" srcId="{A0C03982-DCC1-4574-A2D1-E8C4FD0F20BF}" destId="{922F6B3B-6327-471A-B0CA-5B74B3721EDA}" srcOrd="4" destOrd="0" presId="urn:microsoft.com/office/officeart/2005/8/layout/default"/>
    <dgm:cxn modelId="{DF54A2F7-AEDB-45F3-A0EE-B0D0C95B82C6}" type="presParOf" srcId="{A0C03982-DCC1-4574-A2D1-E8C4FD0F20BF}" destId="{6BACC860-ED16-444F-8477-AA0E889D7295}" srcOrd="5" destOrd="0" presId="urn:microsoft.com/office/officeart/2005/8/layout/default"/>
    <dgm:cxn modelId="{89181304-2F77-4C29-AC99-2A5D7C1D63DD}" type="presParOf" srcId="{A0C03982-DCC1-4574-A2D1-E8C4FD0F20BF}" destId="{ACE04C0D-062D-4687-B1BD-E2B4BA96B087}" srcOrd="6" destOrd="0" presId="urn:microsoft.com/office/officeart/2005/8/layout/default"/>
    <dgm:cxn modelId="{A2D1A4DB-7E44-453C-91DE-3E6914DB3C3A}" type="presParOf" srcId="{A0C03982-DCC1-4574-A2D1-E8C4FD0F20BF}" destId="{D15FD0BF-FE1B-42B4-AC37-DA5884772B05}" srcOrd="7" destOrd="0" presId="urn:microsoft.com/office/officeart/2005/8/layout/default"/>
    <dgm:cxn modelId="{DCB50FFE-F008-4FB5-93A2-BEF0F43C2E0F}" type="presParOf" srcId="{A0C03982-DCC1-4574-A2D1-E8C4FD0F20BF}" destId="{359B2FCB-EC74-428F-B5D0-59206C0B2FDA}" srcOrd="8" destOrd="0" presId="urn:microsoft.com/office/officeart/2005/8/layout/default"/>
    <dgm:cxn modelId="{BB757FF1-BD4F-4369-BACF-8BA3143D94D7}" type="presParOf" srcId="{A0C03982-DCC1-4574-A2D1-E8C4FD0F20BF}" destId="{75AF0F10-F8EB-4EFE-8EA9-DA0F079303C0}" srcOrd="9" destOrd="0" presId="urn:microsoft.com/office/officeart/2005/8/layout/default"/>
    <dgm:cxn modelId="{D46FBE87-2649-4FE8-9A44-84318FAA15A7}" type="presParOf" srcId="{A0C03982-DCC1-4574-A2D1-E8C4FD0F20BF}" destId="{659EA2B7-3B46-4F8F-9EA5-F76538BA75CB}" srcOrd="10" destOrd="0" presId="urn:microsoft.com/office/officeart/2005/8/layout/default"/>
    <dgm:cxn modelId="{6A7C8376-19DC-47DF-95DC-D78CB6F96614}" type="presParOf" srcId="{A0C03982-DCC1-4574-A2D1-E8C4FD0F20BF}" destId="{2BA753D7-BD7E-454B-885A-B8CCEC4C0F82}" srcOrd="11" destOrd="0" presId="urn:microsoft.com/office/officeart/2005/8/layout/default"/>
    <dgm:cxn modelId="{30BD2BEC-5581-4529-BD09-B93657CFFA29}" type="presParOf" srcId="{A0C03982-DCC1-4574-A2D1-E8C4FD0F20BF}" destId="{6E6FFE99-4852-4CE2-BC1B-6E5A3803D6F9}" srcOrd="12" destOrd="0" presId="urn:microsoft.com/office/officeart/2005/8/layout/default"/>
    <dgm:cxn modelId="{3E8C424F-BE10-484B-B176-0EC1556E8BB9}" type="presParOf" srcId="{A0C03982-DCC1-4574-A2D1-E8C4FD0F20BF}" destId="{C385A6E3-ED9C-4B64-B415-8EDEFF7D1DC1}" srcOrd="13" destOrd="0" presId="urn:microsoft.com/office/officeart/2005/8/layout/default"/>
    <dgm:cxn modelId="{DF50DF21-EFF4-47F0-93E4-710DD09D6207}" type="presParOf" srcId="{A0C03982-DCC1-4574-A2D1-E8C4FD0F20BF}" destId="{DA39EF4C-D402-49AD-89CB-14A0EE211074}" srcOrd="14" destOrd="0" presId="urn:microsoft.com/office/officeart/2005/8/layout/default"/>
    <dgm:cxn modelId="{B7A951CB-C21A-4043-BB01-75647F0EB54C}" type="presParOf" srcId="{A0C03982-DCC1-4574-A2D1-E8C4FD0F20BF}" destId="{E0F74C32-391E-4084-ADE4-8B0B4BA3D21D}" srcOrd="15" destOrd="0" presId="urn:microsoft.com/office/officeart/2005/8/layout/default"/>
    <dgm:cxn modelId="{63CD3371-3E95-4049-B4DB-66BD5B7B480F}" type="presParOf" srcId="{A0C03982-DCC1-4574-A2D1-E8C4FD0F20BF}" destId="{E2DD1D49-751B-4689-A956-669C31801D13}" srcOrd="16" destOrd="0" presId="urn:microsoft.com/office/officeart/2005/8/layout/default"/>
    <dgm:cxn modelId="{02BEBCAC-DB29-47F1-B66B-1063CDEC4907}" type="presParOf" srcId="{A0C03982-DCC1-4574-A2D1-E8C4FD0F20BF}" destId="{A81C73F8-B8F1-4F54-B98A-81D5854B0598}" srcOrd="17" destOrd="0" presId="urn:microsoft.com/office/officeart/2005/8/layout/default"/>
    <dgm:cxn modelId="{5B49C1C4-96C1-46D5-AD54-CDB24A89F868}" type="presParOf" srcId="{A0C03982-DCC1-4574-A2D1-E8C4FD0F20BF}" destId="{F7D67DA2-9F07-4FF0-9BC0-2D9DD327544B}" srcOrd="18" destOrd="0" presId="urn:microsoft.com/office/officeart/2005/8/layout/default"/>
    <dgm:cxn modelId="{0E1DEE48-DC3C-468B-8B24-E293B2EEC9A8}" type="presParOf" srcId="{A0C03982-DCC1-4574-A2D1-E8C4FD0F20BF}" destId="{BA44B37F-0AC3-4610-B10B-FB92D37BC225}" srcOrd="19" destOrd="0" presId="urn:microsoft.com/office/officeart/2005/8/layout/default"/>
    <dgm:cxn modelId="{CB1D710B-A8C8-425B-B636-7E2557885F9C}" type="presParOf" srcId="{A0C03982-DCC1-4574-A2D1-E8C4FD0F20BF}" destId="{FEA1FA9A-F26C-4AA5-9FF3-509F275358DD}" srcOrd="2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6150409-211A-4F75-B121-12E1F49486BA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21C8DC70-22DE-48BD-9336-EE0DEFF5A89C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Key Achievements</a:t>
          </a:r>
        </a:p>
      </dgm:t>
    </dgm:pt>
    <dgm:pt modelId="{CF960712-2203-4CA1-85D2-DD6D352198F0}" type="parTrans" cxnId="{7A80A34B-D847-4E08-A858-941E124C86A2}">
      <dgm:prSet/>
      <dgm:spPr/>
      <dgm:t>
        <a:bodyPr/>
        <a:lstStyle/>
        <a:p>
          <a:endParaRPr lang="en-US"/>
        </a:p>
      </dgm:t>
    </dgm:pt>
    <dgm:pt modelId="{A4941589-EFC8-44D7-8EB5-35C5B41F74D3}" type="sibTrans" cxnId="{7A80A34B-D847-4E08-A858-941E124C86A2}">
      <dgm:prSet/>
      <dgm:spPr/>
      <dgm:t>
        <a:bodyPr/>
        <a:lstStyle/>
        <a:p>
          <a:endParaRPr lang="en-US"/>
        </a:p>
      </dgm:t>
    </dgm:pt>
    <dgm:pt modelId="{172F1111-4B92-4807-AD26-77012CE979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✓ Created scalable ML solution for cement demand forecasting</a:t>
          </a:r>
        </a:p>
      </dgm:t>
    </dgm:pt>
    <dgm:pt modelId="{A819334B-7470-4001-897E-6250BADE9EED}" type="parTrans" cxnId="{0E653BEB-CF43-4A8C-804F-AB91D6F22AB4}">
      <dgm:prSet/>
      <dgm:spPr/>
      <dgm:t>
        <a:bodyPr/>
        <a:lstStyle/>
        <a:p>
          <a:endParaRPr lang="en-US"/>
        </a:p>
      </dgm:t>
    </dgm:pt>
    <dgm:pt modelId="{E349E1BF-58FF-4F8A-AEAE-91B01F90E255}" type="sibTrans" cxnId="{0E653BEB-CF43-4A8C-804F-AB91D6F22AB4}">
      <dgm:prSet/>
      <dgm:spPr/>
      <dgm:t>
        <a:bodyPr/>
        <a:lstStyle/>
        <a:p>
          <a:endParaRPr lang="en-US"/>
        </a:p>
      </dgm:t>
    </dgm:pt>
    <dgm:pt modelId="{51F26314-2839-4B51-8B5C-DD87127E91AF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dirty="0"/>
            <a:t>Ready for Production Deployment &amp; Business Impact</a:t>
          </a:r>
        </a:p>
      </dgm:t>
    </dgm:pt>
    <dgm:pt modelId="{CEBFD9FD-0531-4235-B4B4-1B137CD7DF22}" type="parTrans" cxnId="{BE6F6C92-2151-4BA7-B2FA-9BB4283C7E83}">
      <dgm:prSet/>
      <dgm:spPr/>
      <dgm:t>
        <a:bodyPr/>
        <a:lstStyle/>
        <a:p>
          <a:endParaRPr lang="en-US"/>
        </a:p>
      </dgm:t>
    </dgm:pt>
    <dgm:pt modelId="{24377678-2E2C-4AB8-9809-4EE7F28282D9}" type="sibTrans" cxnId="{BE6F6C92-2151-4BA7-B2FA-9BB4283C7E83}">
      <dgm:prSet/>
      <dgm:spPr/>
      <dgm:t>
        <a:bodyPr/>
        <a:lstStyle/>
        <a:p>
          <a:endParaRPr lang="en-US"/>
        </a:p>
      </dgm:t>
    </dgm:pt>
    <dgm:pt modelId="{77626B78-6E4F-4021-8429-B203411A47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✓Develop a Dash App for stakeholder Interaction</a:t>
          </a:r>
        </a:p>
      </dgm:t>
    </dgm:pt>
    <dgm:pt modelId="{E809FD9C-91DD-4DA0-8A0F-372F3F398D8C}" type="parTrans" cxnId="{81A9313E-3582-42F2-BAEE-78117834AE4D}">
      <dgm:prSet/>
      <dgm:spPr/>
      <dgm:t>
        <a:bodyPr/>
        <a:lstStyle/>
        <a:p>
          <a:endParaRPr lang="en-GB"/>
        </a:p>
      </dgm:t>
    </dgm:pt>
    <dgm:pt modelId="{9E9578DE-73C8-4E7F-9EA7-F83AFC5FFFC5}" type="sibTrans" cxnId="{81A9313E-3582-42F2-BAEE-78117834AE4D}">
      <dgm:prSet/>
      <dgm:spPr/>
      <dgm:t>
        <a:bodyPr/>
        <a:lstStyle/>
        <a:p>
          <a:endParaRPr lang="en-GB"/>
        </a:p>
      </dgm:t>
    </dgm:pt>
    <dgm:pt modelId="{4666835E-9C86-42F8-A30B-6E059429FEA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✓ Achieved 5.60% MAPE - Excellent forecast accuracy</a:t>
          </a:r>
        </a:p>
      </dgm:t>
    </dgm:pt>
    <dgm:pt modelId="{CC634108-80E7-468F-98DE-7A4A3D4852F7}" type="sibTrans" cxnId="{6EB1067D-3E05-479D-A3AB-2E1131EF09C6}">
      <dgm:prSet/>
      <dgm:spPr/>
      <dgm:t>
        <a:bodyPr/>
        <a:lstStyle/>
        <a:p>
          <a:endParaRPr lang="en-US"/>
        </a:p>
      </dgm:t>
    </dgm:pt>
    <dgm:pt modelId="{78F8EE81-EF1A-4365-8824-C4F7E005D065}" type="parTrans" cxnId="{6EB1067D-3E05-479D-A3AB-2E1131EF09C6}">
      <dgm:prSet/>
      <dgm:spPr/>
      <dgm:t>
        <a:bodyPr/>
        <a:lstStyle/>
        <a:p>
          <a:endParaRPr lang="en-US"/>
        </a:p>
      </dgm:t>
    </dgm:pt>
    <dgm:pt modelId="{709D6FBC-1193-4F39-BA30-40B33A16A6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✓ Successfully analyzed 30 sites across 4 regions</a:t>
          </a:r>
        </a:p>
      </dgm:t>
    </dgm:pt>
    <dgm:pt modelId="{05DD07FB-F79D-4090-A1F5-24E8D567E69D}" type="sibTrans" cxnId="{F09B7E63-AEDF-4D7D-B844-F171667D1C92}">
      <dgm:prSet/>
      <dgm:spPr/>
      <dgm:t>
        <a:bodyPr/>
        <a:lstStyle/>
        <a:p>
          <a:endParaRPr lang="en-US"/>
        </a:p>
      </dgm:t>
    </dgm:pt>
    <dgm:pt modelId="{BCB22A0C-2309-40A9-9FA6-AF164F0A0EE6}" type="parTrans" cxnId="{F09B7E63-AEDF-4D7D-B844-F171667D1C92}">
      <dgm:prSet/>
      <dgm:spPr/>
      <dgm:t>
        <a:bodyPr/>
        <a:lstStyle/>
        <a:p>
          <a:endParaRPr lang="en-US"/>
        </a:p>
      </dgm:t>
    </dgm:pt>
    <dgm:pt modelId="{F8D71DB2-D3EA-4B7B-A8A9-620C7C7F8D5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✓ Identified critical inventory optimization opportunities</a:t>
          </a:r>
        </a:p>
      </dgm:t>
    </dgm:pt>
    <dgm:pt modelId="{513D0186-F3F2-4F26-B2F0-217613EF7C6F}" type="sibTrans" cxnId="{31469D95-0C8F-49A8-A576-A3B4C77219A3}">
      <dgm:prSet/>
      <dgm:spPr/>
      <dgm:t>
        <a:bodyPr/>
        <a:lstStyle/>
        <a:p>
          <a:endParaRPr lang="en-US"/>
        </a:p>
      </dgm:t>
    </dgm:pt>
    <dgm:pt modelId="{D5D448C0-1CD4-414B-BE2A-40A91F844CD9}" type="parTrans" cxnId="{31469D95-0C8F-49A8-A576-A3B4C77219A3}">
      <dgm:prSet/>
      <dgm:spPr/>
      <dgm:t>
        <a:bodyPr/>
        <a:lstStyle/>
        <a:p>
          <a:endParaRPr lang="en-US"/>
        </a:p>
      </dgm:t>
    </dgm:pt>
    <dgm:pt modelId="{399B9B66-3FE6-42E0-893D-E9810A01512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✓ Provided actionable insights for business decision-making</a:t>
          </a:r>
        </a:p>
      </dgm:t>
    </dgm:pt>
    <dgm:pt modelId="{ABAE528F-DB68-4629-9A85-6C4689820EA2}" type="sibTrans" cxnId="{865638F4-3E7D-4ADE-86D2-A18BBFDA5048}">
      <dgm:prSet/>
      <dgm:spPr/>
      <dgm:t>
        <a:bodyPr/>
        <a:lstStyle/>
        <a:p>
          <a:endParaRPr lang="en-US"/>
        </a:p>
      </dgm:t>
    </dgm:pt>
    <dgm:pt modelId="{4E34ACD5-7C84-4754-B438-7000307C4655}" type="parTrans" cxnId="{865638F4-3E7D-4ADE-86D2-A18BBFDA5048}">
      <dgm:prSet/>
      <dgm:spPr/>
      <dgm:t>
        <a:bodyPr/>
        <a:lstStyle/>
        <a:p>
          <a:endParaRPr lang="en-US"/>
        </a:p>
      </dgm:t>
    </dgm:pt>
    <dgm:pt modelId="{AE9F5C99-42B5-493F-B75A-B767E01D5B5C}" type="pres">
      <dgm:prSet presAssocID="{26150409-211A-4F75-B121-12E1F49486BA}" presName="root" presStyleCnt="0">
        <dgm:presLayoutVars>
          <dgm:dir/>
          <dgm:resizeHandles val="exact"/>
        </dgm:presLayoutVars>
      </dgm:prSet>
      <dgm:spPr/>
    </dgm:pt>
    <dgm:pt modelId="{C82065A9-BF8E-4FB9-A53F-068F73388B21}" type="pres">
      <dgm:prSet presAssocID="{21C8DC70-22DE-48BD-9336-EE0DEFF5A89C}" presName="compNode" presStyleCnt="0"/>
      <dgm:spPr/>
    </dgm:pt>
    <dgm:pt modelId="{4BBAF817-C885-424F-AF4E-CE46AE9D1CA7}" type="pres">
      <dgm:prSet presAssocID="{21C8DC70-22DE-48BD-9336-EE0DEFF5A89C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6488F85-0165-4920-96C9-4749A0D6A442}" type="pres">
      <dgm:prSet presAssocID="{21C8DC70-22DE-48BD-9336-EE0DEFF5A89C}" presName="iconSpace" presStyleCnt="0"/>
      <dgm:spPr/>
    </dgm:pt>
    <dgm:pt modelId="{A65C0DF4-03C7-4831-B16E-6A268B9E877B}" type="pres">
      <dgm:prSet presAssocID="{21C8DC70-22DE-48BD-9336-EE0DEFF5A89C}" presName="parTx" presStyleLbl="revTx" presStyleIdx="0" presStyleCnt="4">
        <dgm:presLayoutVars>
          <dgm:chMax val="0"/>
          <dgm:chPref val="0"/>
        </dgm:presLayoutVars>
      </dgm:prSet>
      <dgm:spPr/>
    </dgm:pt>
    <dgm:pt modelId="{DEC00E19-268C-4BF4-8A21-23447FFED8D9}" type="pres">
      <dgm:prSet presAssocID="{21C8DC70-22DE-48BD-9336-EE0DEFF5A89C}" presName="txSpace" presStyleCnt="0"/>
      <dgm:spPr/>
    </dgm:pt>
    <dgm:pt modelId="{4BF15955-517A-4127-BA54-6DF45D37E09D}" type="pres">
      <dgm:prSet presAssocID="{21C8DC70-22DE-48BD-9336-EE0DEFF5A89C}" presName="desTx" presStyleLbl="revTx" presStyleIdx="1" presStyleCnt="4">
        <dgm:presLayoutVars/>
      </dgm:prSet>
      <dgm:spPr/>
    </dgm:pt>
    <dgm:pt modelId="{8A73A2F1-6910-4654-A5EC-87FB434615F9}" type="pres">
      <dgm:prSet presAssocID="{A4941589-EFC8-44D7-8EB5-35C5B41F74D3}" presName="sibTrans" presStyleCnt="0"/>
      <dgm:spPr/>
    </dgm:pt>
    <dgm:pt modelId="{FA9D0001-EB19-49A5-90A4-DB4B814A5666}" type="pres">
      <dgm:prSet presAssocID="{51F26314-2839-4B51-8B5C-DD87127E91AF}" presName="compNode" presStyleCnt="0"/>
      <dgm:spPr/>
    </dgm:pt>
    <dgm:pt modelId="{38F0FE91-7E62-4824-93C5-31BFA72FEABE}" type="pres">
      <dgm:prSet presAssocID="{51F26314-2839-4B51-8B5C-DD87127E91AF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actory"/>
        </a:ext>
      </dgm:extLst>
    </dgm:pt>
    <dgm:pt modelId="{18EE44E0-4D2D-4755-90E4-D8FE14F0EE16}" type="pres">
      <dgm:prSet presAssocID="{51F26314-2839-4B51-8B5C-DD87127E91AF}" presName="iconSpace" presStyleCnt="0"/>
      <dgm:spPr/>
    </dgm:pt>
    <dgm:pt modelId="{3C224E70-C59A-4C5F-A952-566D253AE111}" type="pres">
      <dgm:prSet presAssocID="{51F26314-2839-4B51-8B5C-DD87127E91AF}" presName="parTx" presStyleLbl="revTx" presStyleIdx="2" presStyleCnt="4">
        <dgm:presLayoutVars>
          <dgm:chMax val="0"/>
          <dgm:chPref val="0"/>
        </dgm:presLayoutVars>
      </dgm:prSet>
      <dgm:spPr/>
    </dgm:pt>
    <dgm:pt modelId="{E38A122A-37DD-4EB4-A40A-AF5ED88B8C06}" type="pres">
      <dgm:prSet presAssocID="{51F26314-2839-4B51-8B5C-DD87127E91AF}" presName="txSpace" presStyleCnt="0"/>
      <dgm:spPr/>
    </dgm:pt>
    <dgm:pt modelId="{EC40E679-5AC2-4F69-AF29-E96713AF70EA}" type="pres">
      <dgm:prSet presAssocID="{51F26314-2839-4B51-8B5C-DD87127E91AF}" presName="desTx" presStyleLbl="revTx" presStyleIdx="3" presStyleCnt="4">
        <dgm:presLayoutVars/>
      </dgm:prSet>
      <dgm:spPr/>
    </dgm:pt>
  </dgm:ptLst>
  <dgm:cxnLst>
    <dgm:cxn modelId="{91EAF103-417A-40E0-B0EA-78833A0C99E4}" type="presOf" srcId="{77626B78-6E4F-4021-8429-B203411A47B6}" destId="{4BF15955-517A-4127-BA54-6DF45D37E09D}" srcOrd="0" destOrd="5" presId="urn:microsoft.com/office/officeart/2018/5/layout/CenteredIconLabelDescriptionList"/>
    <dgm:cxn modelId="{F177EA07-1CD3-4A13-AE79-6334A6AD980E}" type="presOf" srcId="{26150409-211A-4F75-B121-12E1F49486BA}" destId="{AE9F5C99-42B5-493F-B75A-B767E01D5B5C}" srcOrd="0" destOrd="0" presId="urn:microsoft.com/office/officeart/2018/5/layout/CenteredIconLabelDescriptionList"/>
    <dgm:cxn modelId="{770E0909-F4C6-4F0E-AAD2-04C2CFFEFFD3}" type="presOf" srcId="{51F26314-2839-4B51-8B5C-DD87127E91AF}" destId="{3C224E70-C59A-4C5F-A952-566D253AE111}" srcOrd="0" destOrd="0" presId="urn:microsoft.com/office/officeart/2018/5/layout/CenteredIconLabelDescriptionList"/>
    <dgm:cxn modelId="{A0FF680A-3160-4031-AFAB-B3B142F1F6C3}" type="presOf" srcId="{F8D71DB2-D3EA-4B7B-A8A9-620C7C7F8D55}" destId="{4BF15955-517A-4127-BA54-6DF45D37E09D}" srcOrd="0" destOrd="2" presId="urn:microsoft.com/office/officeart/2018/5/layout/CenteredIconLabelDescriptionList"/>
    <dgm:cxn modelId="{81A9313E-3582-42F2-BAEE-78117834AE4D}" srcId="{21C8DC70-22DE-48BD-9336-EE0DEFF5A89C}" destId="{77626B78-6E4F-4021-8429-B203411A47B6}" srcOrd="5" destOrd="0" parTransId="{E809FD9C-91DD-4DA0-8A0F-372F3F398D8C}" sibTransId="{9E9578DE-73C8-4E7F-9EA7-F83AFC5FFFC5}"/>
    <dgm:cxn modelId="{F09B7E63-AEDF-4D7D-B844-F171667D1C92}" srcId="{21C8DC70-22DE-48BD-9336-EE0DEFF5A89C}" destId="{709D6FBC-1193-4F39-BA30-40B33A16A6DA}" srcOrd="1" destOrd="0" parTransId="{BCB22A0C-2309-40A9-9FA6-AF164F0A0EE6}" sibTransId="{05DD07FB-F79D-4090-A1F5-24E8D567E69D}"/>
    <dgm:cxn modelId="{7A80A34B-D847-4E08-A858-941E124C86A2}" srcId="{26150409-211A-4F75-B121-12E1F49486BA}" destId="{21C8DC70-22DE-48BD-9336-EE0DEFF5A89C}" srcOrd="0" destOrd="0" parTransId="{CF960712-2203-4CA1-85D2-DD6D352198F0}" sibTransId="{A4941589-EFC8-44D7-8EB5-35C5B41F74D3}"/>
    <dgm:cxn modelId="{5926AE4B-F4A9-46E3-8B38-5AB1AED6CA8C}" type="presOf" srcId="{172F1111-4B92-4807-AD26-77012CE9796E}" destId="{4BF15955-517A-4127-BA54-6DF45D37E09D}" srcOrd="0" destOrd="4" presId="urn:microsoft.com/office/officeart/2018/5/layout/CenteredIconLabelDescriptionList"/>
    <dgm:cxn modelId="{6D5F597A-35E1-4E89-B099-BC63A7779EA8}" type="presOf" srcId="{4666835E-9C86-42F8-A30B-6E059429FEAB}" destId="{4BF15955-517A-4127-BA54-6DF45D37E09D}" srcOrd="0" destOrd="0" presId="urn:microsoft.com/office/officeart/2018/5/layout/CenteredIconLabelDescriptionList"/>
    <dgm:cxn modelId="{6EB1067D-3E05-479D-A3AB-2E1131EF09C6}" srcId="{21C8DC70-22DE-48BD-9336-EE0DEFF5A89C}" destId="{4666835E-9C86-42F8-A30B-6E059429FEAB}" srcOrd="0" destOrd="0" parTransId="{78F8EE81-EF1A-4365-8824-C4F7E005D065}" sibTransId="{CC634108-80E7-468F-98DE-7A4A3D4852F7}"/>
    <dgm:cxn modelId="{BE6F6C92-2151-4BA7-B2FA-9BB4283C7E83}" srcId="{26150409-211A-4F75-B121-12E1F49486BA}" destId="{51F26314-2839-4B51-8B5C-DD87127E91AF}" srcOrd="1" destOrd="0" parTransId="{CEBFD9FD-0531-4235-B4B4-1B137CD7DF22}" sibTransId="{24377678-2E2C-4AB8-9809-4EE7F28282D9}"/>
    <dgm:cxn modelId="{31469D95-0C8F-49A8-A576-A3B4C77219A3}" srcId="{21C8DC70-22DE-48BD-9336-EE0DEFF5A89C}" destId="{F8D71DB2-D3EA-4B7B-A8A9-620C7C7F8D55}" srcOrd="2" destOrd="0" parTransId="{D5D448C0-1CD4-414B-BE2A-40A91F844CD9}" sibTransId="{513D0186-F3F2-4F26-B2F0-217613EF7C6F}"/>
    <dgm:cxn modelId="{422749C0-738E-47EC-942F-1664EAD90BFA}" type="presOf" srcId="{399B9B66-3FE6-42E0-893D-E9810A015129}" destId="{4BF15955-517A-4127-BA54-6DF45D37E09D}" srcOrd="0" destOrd="3" presId="urn:microsoft.com/office/officeart/2018/5/layout/CenteredIconLabelDescriptionList"/>
    <dgm:cxn modelId="{87B024C2-6943-43B5-A06A-52ADA5F4F13E}" type="presOf" srcId="{21C8DC70-22DE-48BD-9336-EE0DEFF5A89C}" destId="{A65C0DF4-03C7-4831-B16E-6A268B9E877B}" srcOrd="0" destOrd="0" presId="urn:microsoft.com/office/officeart/2018/5/layout/CenteredIconLabelDescriptionList"/>
    <dgm:cxn modelId="{8DA7CCDA-E47A-4EE9-9CB5-9E05F6D4571F}" type="presOf" srcId="{709D6FBC-1193-4F39-BA30-40B33A16A6DA}" destId="{4BF15955-517A-4127-BA54-6DF45D37E09D}" srcOrd="0" destOrd="1" presId="urn:microsoft.com/office/officeart/2018/5/layout/CenteredIconLabelDescriptionList"/>
    <dgm:cxn modelId="{0E653BEB-CF43-4A8C-804F-AB91D6F22AB4}" srcId="{21C8DC70-22DE-48BD-9336-EE0DEFF5A89C}" destId="{172F1111-4B92-4807-AD26-77012CE9796E}" srcOrd="4" destOrd="0" parTransId="{A819334B-7470-4001-897E-6250BADE9EED}" sibTransId="{E349E1BF-58FF-4F8A-AEAE-91B01F90E255}"/>
    <dgm:cxn modelId="{865638F4-3E7D-4ADE-86D2-A18BBFDA5048}" srcId="{21C8DC70-22DE-48BD-9336-EE0DEFF5A89C}" destId="{399B9B66-3FE6-42E0-893D-E9810A015129}" srcOrd="3" destOrd="0" parTransId="{4E34ACD5-7C84-4754-B438-7000307C4655}" sibTransId="{ABAE528F-DB68-4629-9A85-6C4689820EA2}"/>
    <dgm:cxn modelId="{7BD00A83-F190-47D3-A15D-E5AE3AF9D52C}" type="presParOf" srcId="{AE9F5C99-42B5-493F-B75A-B767E01D5B5C}" destId="{C82065A9-BF8E-4FB9-A53F-068F73388B21}" srcOrd="0" destOrd="0" presId="urn:microsoft.com/office/officeart/2018/5/layout/CenteredIconLabelDescriptionList"/>
    <dgm:cxn modelId="{2BCB41DE-C7DD-474C-8C25-926A37EBA795}" type="presParOf" srcId="{C82065A9-BF8E-4FB9-A53F-068F73388B21}" destId="{4BBAF817-C885-424F-AF4E-CE46AE9D1CA7}" srcOrd="0" destOrd="0" presId="urn:microsoft.com/office/officeart/2018/5/layout/CenteredIconLabelDescriptionList"/>
    <dgm:cxn modelId="{4411FF01-5B97-4B0E-BC1A-7852F83351A3}" type="presParOf" srcId="{C82065A9-BF8E-4FB9-A53F-068F73388B21}" destId="{26488F85-0165-4920-96C9-4749A0D6A442}" srcOrd="1" destOrd="0" presId="urn:microsoft.com/office/officeart/2018/5/layout/CenteredIconLabelDescriptionList"/>
    <dgm:cxn modelId="{97D578BD-5388-41CD-BF0E-53B341E0E119}" type="presParOf" srcId="{C82065A9-BF8E-4FB9-A53F-068F73388B21}" destId="{A65C0DF4-03C7-4831-B16E-6A268B9E877B}" srcOrd="2" destOrd="0" presId="urn:microsoft.com/office/officeart/2018/5/layout/CenteredIconLabelDescriptionList"/>
    <dgm:cxn modelId="{54F097FF-0570-40F5-9BB7-6F4446F6E25B}" type="presParOf" srcId="{C82065A9-BF8E-4FB9-A53F-068F73388B21}" destId="{DEC00E19-268C-4BF4-8A21-23447FFED8D9}" srcOrd="3" destOrd="0" presId="urn:microsoft.com/office/officeart/2018/5/layout/CenteredIconLabelDescriptionList"/>
    <dgm:cxn modelId="{5F27EF60-93C4-446E-B2EF-C0A57D0BA7CC}" type="presParOf" srcId="{C82065A9-BF8E-4FB9-A53F-068F73388B21}" destId="{4BF15955-517A-4127-BA54-6DF45D37E09D}" srcOrd="4" destOrd="0" presId="urn:microsoft.com/office/officeart/2018/5/layout/CenteredIconLabelDescriptionList"/>
    <dgm:cxn modelId="{4A0759FC-DE6C-46F4-903A-DF5BB4BFECF4}" type="presParOf" srcId="{AE9F5C99-42B5-493F-B75A-B767E01D5B5C}" destId="{8A73A2F1-6910-4654-A5EC-87FB434615F9}" srcOrd="1" destOrd="0" presId="urn:microsoft.com/office/officeart/2018/5/layout/CenteredIconLabelDescriptionList"/>
    <dgm:cxn modelId="{E6D8D186-E20A-4A2E-ADBE-F95FECC414BA}" type="presParOf" srcId="{AE9F5C99-42B5-493F-B75A-B767E01D5B5C}" destId="{FA9D0001-EB19-49A5-90A4-DB4B814A5666}" srcOrd="2" destOrd="0" presId="urn:microsoft.com/office/officeart/2018/5/layout/CenteredIconLabelDescriptionList"/>
    <dgm:cxn modelId="{52FF6862-5967-4548-83B6-96B63D116693}" type="presParOf" srcId="{FA9D0001-EB19-49A5-90A4-DB4B814A5666}" destId="{38F0FE91-7E62-4824-93C5-31BFA72FEABE}" srcOrd="0" destOrd="0" presId="urn:microsoft.com/office/officeart/2018/5/layout/CenteredIconLabelDescriptionList"/>
    <dgm:cxn modelId="{C218205F-E649-439B-9B76-DA87774BE3E4}" type="presParOf" srcId="{FA9D0001-EB19-49A5-90A4-DB4B814A5666}" destId="{18EE44E0-4D2D-4755-90E4-D8FE14F0EE16}" srcOrd="1" destOrd="0" presId="urn:microsoft.com/office/officeart/2018/5/layout/CenteredIconLabelDescriptionList"/>
    <dgm:cxn modelId="{61844C1C-2855-4FA2-A4C5-F7710F8C7F5A}" type="presParOf" srcId="{FA9D0001-EB19-49A5-90A4-DB4B814A5666}" destId="{3C224E70-C59A-4C5F-A952-566D253AE111}" srcOrd="2" destOrd="0" presId="urn:microsoft.com/office/officeart/2018/5/layout/CenteredIconLabelDescriptionList"/>
    <dgm:cxn modelId="{49D0CE5A-3B9E-4AD2-BB44-259955CE8C13}" type="presParOf" srcId="{FA9D0001-EB19-49A5-90A4-DB4B814A5666}" destId="{E38A122A-37DD-4EB4-A40A-AF5ED88B8C06}" srcOrd="3" destOrd="0" presId="urn:microsoft.com/office/officeart/2018/5/layout/CenteredIconLabelDescriptionList"/>
    <dgm:cxn modelId="{9D87E06D-C073-4684-849E-05AA730F9B6C}" type="presParOf" srcId="{FA9D0001-EB19-49A5-90A4-DB4B814A5666}" destId="{EC40E679-5AC2-4F69-AF29-E96713AF70E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92DCD52-15CD-4BE6-86A4-AA426B5E6E79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010577E6-F6DD-41FF-903F-6844D86D04AE}">
      <dgm:prSet/>
      <dgm:spPr/>
      <dgm:t>
        <a:bodyPr/>
        <a:lstStyle/>
        <a:p>
          <a:pPr>
            <a:defRPr b="1"/>
          </a:pPr>
          <a:r>
            <a:rPr lang="en-US"/>
            <a:t>Strategic Recommendations</a:t>
          </a:r>
        </a:p>
      </dgm:t>
    </dgm:pt>
    <dgm:pt modelId="{559800F4-6E7D-447E-BF16-9E24D75383FC}" type="parTrans" cxnId="{DD56157D-966F-4E92-A25A-06E15986C475}">
      <dgm:prSet/>
      <dgm:spPr/>
      <dgm:t>
        <a:bodyPr/>
        <a:lstStyle/>
        <a:p>
          <a:endParaRPr lang="en-US"/>
        </a:p>
      </dgm:t>
    </dgm:pt>
    <dgm:pt modelId="{635E2B1B-31DA-40CB-88F3-8830299FFF65}" type="sibTrans" cxnId="{DD56157D-966F-4E92-A25A-06E15986C475}">
      <dgm:prSet/>
      <dgm:spPr/>
      <dgm:t>
        <a:bodyPr/>
        <a:lstStyle/>
        <a:p>
          <a:endParaRPr lang="en-US"/>
        </a:p>
      </dgm:t>
    </dgm:pt>
    <dgm:pt modelId="{BA466FCD-624C-4FDA-9E3C-1953894F93F4}">
      <dgm:prSet/>
      <dgm:spPr/>
      <dgm:t>
        <a:bodyPr/>
        <a:lstStyle/>
        <a:p>
          <a:pPr algn="just"/>
          <a:r>
            <a:rPr lang="en-US" dirty="0"/>
            <a:t>Immediate: Deploy model for sites with MAPE &lt; 5% (20 sites)</a:t>
          </a:r>
        </a:p>
      </dgm:t>
    </dgm:pt>
    <dgm:pt modelId="{FF047197-BB7F-44C5-AAC4-50DF02181A84}" type="parTrans" cxnId="{DF6E0FF7-E4FF-41A9-83E2-AF0D34450670}">
      <dgm:prSet/>
      <dgm:spPr/>
      <dgm:t>
        <a:bodyPr/>
        <a:lstStyle/>
        <a:p>
          <a:endParaRPr lang="en-US"/>
        </a:p>
      </dgm:t>
    </dgm:pt>
    <dgm:pt modelId="{E795C777-AFAE-40DB-B448-18240AE3E4F5}" type="sibTrans" cxnId="{DF6E0FF7-E4FF-41A9-83E2-AF0D34450670}">
      <dgm:prSet/>
      <dgm:spPr/>
      <dgm:t>
        <a:bodyPr/>
        <a:lstStyle/>
        <a:p>
          <a:endParaRPr lang="en-US"/>
        </a:p>
      </dgm:t>
    </dgm:pt>
    <dgm:pt modelId="{539FBAF0-3A69-4CDF-BCAD-9FE004BFEF5F}">
      <dgm:prSet/>
      <dgm:spPr/>
      <dgm:t>
        <a:bodyPr/>
        <a:lstStyle/>
        <a:p>
          <a:pPr algn="just"/>
          <a:r>
            <a:rPr lang="en-US" dirty="0"/>
            <a:t>Short-term: Implement automated reordering for conservative sites</a:t>
          </a:r>
        </a:p>
      </dgm:t>
    </dgm:pt>
    <dgm:pt modelId="{56600600-5138-4567-82FD-80DBAA9DF053}" type="parTrans" cxnId="{DC239B58-55FF-403E-AE02-21BF1EFFFAC1}">
      <dgm:prSet/>
      <dgm:spPr/>
      <dgm:t>
        <a:bodyPr/>
        <a:lstStyle/>
        <a:p>
          <a:endParaRPr lang="en-US"/>
        </a:p>
      </dgm:t>
    </dgm:pt>
    <dgm:pt modelId="{B4DA3BEE-704A-4175-9793-3D4E3F4AF925}" type="sibTrans" cxnId="{DC239B58-55FF-403E-AE02-21BF1EFFFAC1}">
      <dgm:prSet/>
      <dgm:spPr/>
      <dgm:t>
        <a:bodyPr/>
        <a:lstStyle/>
        <a:p>
          <a:endParaRPr lang="en-US"/>
        </a:p>
      </dgm:t>
    </dgm:pt>
    <dgm:pt modelId="{2AC538D3-22C8-4E62-A424-C4C5C4F6D3D8}">
      <dgm:prSet/>
      <dgm:spPr/>
      <dgm:t>
        <a:bodyPr/>
        <a:lstStyle/>
        <a:p>
          <a:pPr algn="just"/>
          <a:r>
            <a:rPr lang="en-US" dirty="0"/>
            <a:t>Medium-term: Integrate real-time weather data for improved accuracy</a:t>
          </a:r>
        </a:p>
      </dgm:t>
    </dgm:pt>
    <dgm:pt modelId="{735E0B82-B221-47FF-B83F-71D6A760A2FE}" type="parTrans" cxnId="{DB079FDF-CC0E-4D07-971D-6CA350403BAE}">
      <dgm:prSet/>
      <dgm:spPr/>
      <dgm:t>
        <a:bodyPr/>
        <a:lstStyle/>
        <a:p>
          <a:endParaRPr lang="en-US"/>
        </a:p>
      </dgm:t>
    </dgm:pt>
    <dgm:pt modelId="{F402CFDE-F18F-4F0A-9AE4-677125398FC3}" type="sibTrans" cxnId="{DB079FDF-CC0E-4D07-971D-6CA350403BAE}">
      <dgm:prSet/>
      <dgm:spPr/>
      <dgm:t>
        <a:bodyPr/>
        <a:lstStyle/>
        <a:p>
          <a:endParaRPr lang="en-US"/>
        </a:p>
      </dgm:t>
    </dgm:pt>
    <dgm:pt modelId="{6D7A4CA9-D7E9-44C3-96AA-991EF9D31345}">
      <dgm:prSet/>
      <dgm:spPr/>
      <dgm:t>
        <a:bodyPr/>
        <a:lstStyle/>
        <a:p>
          <a:pPr algn="just"/>
          <a:r>
            <a:rPr lang="en-US" dirty="0"/>
            <a:t>Long-term: Expand to advanced models (LSTM, Prophet) for complex sites</a:t>
          </a:r>
        </a:p>
      </dgm:t>
    </dgm:pt>
    <dgm:pt modelId="{C011E966-C068-4F9A-B50D-241D42030E09}" type="parTrans" cxnId="{4A691A35-CAEE-4078-B8DA-8707249930DF}">
      <dgm:prSet/>
      <dgm:spPr/>
      <dgm:t>
        <a:bodyPr/>
        <a:lstStyle/>
        <a:p>
          <a:endParaRPr lang="en-US"/>
        </a:p>
      </dgm:t>
    </dgm:pt>
    <dgm:pt modelId="{2F63B0B2-A196-4796-9F2D-4ED71B75D79C}" type="sibTrans" cxnId="{4A691A35-CAEE-4078-B8DA-8707249930DF}">
      <dgm:prSet/>
      <dgm:spPr/>
      <dgm:t>
        <a:bodyPr/>
        <a:lstStyle/>
        <a:p>
          <a:endParaRPr lang="en-US"/>
        </a:p>
      </dgm:t>
    </dgm:pt>
    <dgm:pt modelId="{815D1901-A287-4D9E-BC2D-C0AF68CE07AC}">
      <dgm:prSet/>
      <dgm:spPr/>
      <dgm:t>
        <a:bodyPr/>
        <a:lstStyle/>
        <a:p>
          <a:pPr algn="just"/>
          <a:r>
            <a:rPr lang="en-US" dirty="0"/>
            <a:t>Operational: Mobile application for field teams and Trainings</a:t>
          </a:r>
        </a:p>
      </dgm:t>
    </dgm:pt>
    <dgm:pt modelId="{7CED83C5-32F0-41BB-81D6-8661AC69B08F}" type="parTrans" cxnId="{CF598FB2-F3D7-4812-935E-A527125C6F1F}">
      <dgm:prSet/>
      <dgm:spPr/>
      <dgm:t>
        <a:bodyPr/>
        <a:lstStyle/>
        <a:p>
          <a:endParaRPr lang="en-US"/>
        </a:p>
      </dgm:t>
    </dgm:pt>
    <dgm:pt modelId="{2AEF02A7-443E-4783-A71E-D8F7505AA48E}" type="sibTrans" cxnId="{CF598FB2-F3D7-4812-935E-A527125C6F1F}">
      <dgm:prSet/>
      <dgm:spPr/>
      <dgm:t>
        <a:bodyPr/>
        <a:lstStyle/>
        <a:p>
          <a:endParaRPr lang="en-US"/>
        </a:p>
      </dgm:t>
    </dgm:pt>
    <dgm:pt modelId="{A0DF0C14-5CC3-4ABA-A605-E47FB4EBB902}">
      <dgm:prSet/>
      <dgm:spPr/>
      <dgm:t>
        <a:bodyPr/>
        <a:lstStyle/>
        <a:p>
          <a:pPr>
            <a:defRPr b="1"/>
          </a:pPr>
          <a:r>
            <a:rPr lang="en-US"/>
            <a:t>Future: ERP integration and multi-step ahead forecasting</a:t>
          </a:r>
        </a:p>
      </dgm:t>
    </dgm:pt>
    <dgm:pt modelId="{18F8511D-F575-4B2F-B2A5-BD5C567BEE73}" type="parTrans" cxnId="{C7DB3C9E-530B-4EAA-B120-159FC19F2283}">
      <dgm:prSet/>
      <dgm:spPr/>
      <dgm:t>
        <a:bodyPr/>
        <a:lstStyle/>
        <a:p>
          <a:endParaRPr lang="en-US"/>
        </a:p>
      </dgm:t>
    </dgm:pt>
    <dgm:pt modelId="{6D948007-8135-49F7-8B30-14128F34A477}" type="sibTrans" cxnId="{C7DB3C9E-530B-4EAA-B120-159FC19F2283}">
      <dgm:prSet/>
      <dgm:spPr/>
      <dgm:t>
        <a:bodyPr/>
        <a:lstStyle/>
        <a:p>
          <a:endParaRPr lang="en-US"/>
        </a:p>
      </dgm:t>
    </dgm:pt>
    <dgm:pt modelId="{D1B0E45A-3F45-4D26-9C40-B34897A1CE46}" type="pres">
      <dgm:prSet presAssocID="{A92DCD52-15CD-4BE6-86A4-AA426B5E6E79}" presName="root" presStyleCnt="0">
        <dgm:presLayoutVars>
          <dgm:dir/>
          <dgm:resizeHandles val="exact"/>
        </dgm:presLayoutVars>
      </dgm:prSet>
      <dgm:spPr/>
    </dgm:pt>
    <dgm:pt modelId="{1EC1F717-40C2-4927-92EE-344A40F35550}" type="pres">
      <dgm:prSet presAssocID="{010577E6-F6DD-41FF-903F-6844D86D04AE}" presName="compNode" presStyleCnt="0"/>
      <dgm:spPr/>
    </dgm:pt>
    <dgm:pt modelId="{10DB0567-E450-4174-BB27-20F8C5610DF0}" type="pres">
      <dgm:prSet presAssocID="{010577E6-F6DD-41FF-903F-6844D86D04AE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yncing Cloud"/>
        </a:ext>
      </dgm:extLst>
    </dgm:pt>
    <dgm:pt modelId="{3DE194A9-76E9-4947-A4A0-F04B20593902}" type="pres">
      <dgm:prSet presAssocID="{010577E6-F6DD-41FF-903F-6844D86D04AE}" presName="iconSpace" presStyleCnt="0"/>
      <dgm:spPr/>
    </dgm:pt>
    <dgm:pt modelId="{B8B731D1-3723-4186-BC64-A8D4E6286F28}" type="pres">
      <dgm:prSet presAssocID="{010577E6-F6DD-41FF-903F-6844D86D04AE}" presName="parTx" presStyleLbl="revTx" presStyleIdx="0" presStyleCnt="4">
        <dgm:presLayoutVars>
          <dgm:chMax val="0"/>
          <dgm:chPref val="0"/>
        </dgm:presLayoutVars>
      </dgm:prSet>
      <dgm:spPr/>
    </dgm:pt>
    <dgm:pt modelId="{F1B91228-B46F-47DF-8D7B-BF5415A65586}" type="pres">
      <dgm:prSet presAssocID="{010577E6-F6DD-41FF-903F-6844D86D04AE}" presName="txSpace" presStyleCnt="0"/>
      <dgm:spPr/>
    </dgm:pt>
    <dgm:pt modelId="{B78409A8-9F48-4960-B172-BC8896F38E47}" type="pres">
      <dgm:prSet presAssocID="{010577E6-F6DD-41FF-903F-6844D86D04AE}" presName="desTx" presStyleLbl="revTx" presStyleIdx="1" presStyleCnt="4">
        <dgm:presLayoutVars/>
      </dgm:prSet>
      <dgm:spPr/>
    </dgm:pt>
    <dgm:pt modelId="{C37B2A42-FEAF-4F6B-A202-369257A87592}" type="pres">
      <dgm:prSet presAssocID="{635E2B1B-31DA-40CB-88F3-8830299FFF65}" presName="sibTrans" presStyleCnt="0"/>
      <dgm:spPr/>
    </dgm:pt>
    <dgm:pt modelId="{866D8738-1708-4419-A575-833180CD29B7}" type="pres">
      <dgm:prSet presAssocID="{A0DF0C14-5CC3-4ABA-A605-E47FB4EBB902}" presName="compNode" presStyleCnt="0"/>
      <dgm:spPr/>
    </dgm:pt>
    <dgm:pt modelId="{24C1EAC8-5729-4EC5-8E3D-A03297DB9253}" type="pres">
      <dgm:prSet presAssocID="{A0DF0C14-5CC3-4ABA-A605-E47FB4EBB902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1268D99B-8A01-451F-9183-CA16B0F05315}" type="pres">
      <dgm:prSet presAssocID="{A0DF0C14-5CC3-4ABA-A605-E47FB4EBB902}" presName="iconSpace" presStyleCnt="0"/>
      <dgm:spPr/>
    </dgm:pt>
    <dgm:pt modelId="{711C2A0D-4615-4D49-947E-F22F3B034956}" type="pres">
      <dgm:prSet presAssocID="{A0DF0C14-5CC3-4ABA-A605-E47FB4EBB902}" presName="parTx" presStyleLbl="revTx" presStyleIdx="2" presStyleCnt="4">
        <dgm:presLayoutVars>
          <dgm:chMax val="0"/>
          <dgm:chPref val="0"/>
        </dgm:presLayoutVars>
      </dgm:prSet>
      <dgm:spPr/>
    </dgm:pt>
    <dgm:pt modelId="{9287AE95-C77D-4D94-802C-103F4E64C205}" type="pres">
      <dgm:prSet presAssocID="{A0DF0C14-5CC3-4ABA-A605-E47FB4EBB902}" presName="txSpace" presStyleCnt="0"/>
      <dgm:spPr/>
    </dgm:pt>
    <dgm:pt modelId="{5EF1A9CC-BD26-435B-B86B-242CC13A6674}" type="pres">
      <dgm:prSet presAssocID="{A0DF0C14-5CC3-4ABA-A605-E47FB4EBB902}" presName="desTx" presStyleLbl="revTx" presStyleIdx="3" presStyleCnt="4">
        <dgm:presLayoutVars/>
      </dgm:prSet>
      <dgm:spPr/>
    </dgm:pt>
  </dgm:ptLst>
  <dgm:cxnLst>
    <dgm:cxn modelId="{4A691A35-CAEE-4078-B8DA-8707249930DF}" srcId="{010577E6-F6DD-41FF-903F-6844D86D04AE}" destId="{6D7A4CA9-D7E9-44C3-96AA-991EF9D31345}" srcOrd="3" destOrd="0" parTransId="{C011E966-C068-4F9A-B50D-241D42030E09}" sibTransId="{2F63B0B2-A196-4796-9F2D-4ED71B75D79C}"/>
    <dgm:cxn modelId="{F5E10861-6D2B-4BA7-A2CA-D41B9BA2A5FF}" type="presOf" srcId="{2AC538D3-22C8-4E62-A424-C4C5C4F6D3D8}" destId="{B78409A8-9F48-4960-B172-BC8896F38E47}" srcOrd="0" destOrd="2" presId="urn:microsoft.com/office/officeart/2018/2/layout/IconLabelDescriptionList"/>
    <dgm:cxn modelId="{EFCD8051-D643-4E90-8756-8A45EC7A6091}" type="presOf" srcId="{815D1901-A287-4D9E-BC2D-C0AF68CE07AC}" destId="{B78409A8-9F48-4960-B172-BC8896F38E47}" srcOrd="0" destOrd="4" presId="urn:microsoft.com/office/officeart/2018/2/layout/IconLabelDescriptionList"/>
    <dgm:cxn modelId="{DC239B58-55FF-403E-AE02-21BF1EFFFAC1}" srcId="{010577E6-F6DD-41FF-903F-6844D86D04AE}" destId="{539FBAF0-3A69-4CDF-BCAD-9FE004BFEF5F}" srcOrd="1" destOrd="0" parTransId="{56600600-5138-4567-82FD-80DBAA9DF053}" sibTransId="{B4DA3BEE-704A-4175-9793-3D4E3F4AF925}"/>
    <dgm:cxn modelId="{DD56157D-966F-4E92-A25A-06E15986C475}" srcId="{A92DCD52-15CD-4BE6-86A4-AA426B5E6E79}" destId="{010577E6-F6DD-41FF-903F-6844D86D04AE}" srcOrd="0" destOrd="0" parTransId="{559800F4-6E7D-447E-BF16-9E24D75383FC}" sibTransId="{635E2B1B-31DA-40CB-88F3-8830299FFF65}"/>
    <dgm:cxn modelId="{5B2A797F-D255-4706-BDD7-9F4D17E72C21}" type="presOf" srcId="{6D7A4CA9-D7E9-44C3-96AA-991EF9D31345}" destId="{B78409A8-9F48-4960-B172-BC8896F38E47}" srcOrd="0" destOrd="3" presId="urn:microsoft.com/office/officeart/2018/2/layout/IconLabelDescriptionList"/>
    <dgm:cxn modelId="{C7DB3C9E-530B-4EAA-B120-159FC19F2283}" srcId="{A92DCD52-15CD-4BE6-86A4-AA426B5E6E79}" destId="{A0DF0C14-5CC3-4ABA-A605-E47FB4EBB902}" srcOrd="1" destOrd="0" parTransId="{18F8511D-F575-4B2F-B2A5-BD5C567BEE73}" sibTransId="{6D948007-8135-49F7-8B30-14128F34A477}"/>
    <dgm:cxn modelId="{9FB295A8-1B12-4C85-BD61-58717E95719D}" type="presOf" srcId="{A92DCD52-15CD-4BE6-86A4-AA426B5E6E79}" destId="{D1B0E45A-3F45-4D26-9C40-B34897A1CE46}" srcOrd="0" destOrd="0" presId="urn:microsoft.com/office/officeart/2018/2/layout/IconLabelDescriptionList"/>
    <dgm:cxn modelId="{9055F7AD-2F2F-4155-BC46-7398E59A38E5}" type="presOf" srcId="{A0DF0C14-5CC3-4ABA-A605-E47FB4EBB902}" destId="{711C2A0D-4615-4D49-947E-F22F3B034956}" srcOrd="0" destOrd="0" presId="urn:microsoft.com/office/officeart/2018/2/layout/IconLabelDescriptionList"/>
    <dgm:cxn modelId="{CF598FB2-F3D7-4812-935E-A527125C6F1F}" srcId="{010577E6-F6DD-41FF-903F-6844D86D04AE}" destId="{815D1901-A287-4D9E-BC2D-C0AF68CE07AC}" srcOrd="4" destOrd="0" parTransId="{7CED83C5-32F0-41BB-81D6-8661AC69B08F}" sibTransId="{2AEF02A7-443E-4783-A71E-D8F7505AA48E}"/>
    <dgm:cxn modelId="{51CFD8B9-C08B-4840-AC87-F89C3C73D9F6}" type="presOf" srcId="{539FBAF0-3A69-4CDF-BCAD-9FE004BFEF5F}" destId="{B78409A8-9F48-4960-B172-BC8896F38E47}" srcOrd="0" destOrd="1" presId="urn:microsoft.com/office/officeart/2018/2/layout/IconLabelDescriptionList"/>
    <dgm:cxn modelId="{3F8756D2-E8D1-4A7B-9047-24D4D5FABDE9}" type="presOf" srcId="{010577E6-F6DD-41FF-903F-6844D86D04AE}" destId="{B8B731D1-3723-4186-BC64-A8D4E6286F28}" srcOrd="0" destOrd="0" presId="urn:microsoft.com/office/officeart/2018/2/layout/IconLabelDescriptionList"/>
    <dgm:cxn modelId="{DB079FDF-CC0E-4D07-971D-6CA350403BAE}" srcId="{010577E6-F6DD-41FF-903F-6844D86D04AE}" destId="{2AC538D3-22C8-4E62-A424-C4C5C4F6D3D8}" srcOrd="2" destOrd="0" parTransId="{735E0B82-B221-47FF-B83F-71D6A760A2FE}" sibTransId="{F402CFDE-F18F-4F0A-9AE4-677125398FC3}"/>
    <dgm:cxn modelId="{58CFE2F5-AD19-4733-9E1F-778CBB3F6961}" type="presOf" srcId="{BA466FCD-624C-4FDA-9E3C-1953894F93F4}" destId="{B78409A8-9F48-4960-B172-BC8896F38E47}" srcOrd="0" destOrd="0" presId="urn:microsoft.com/office/officeart/2018/2/layout/IconLabelDescriptionList"/>
    <dgm:cxn modelId="{DF6E0FF7-E4FF-41A9-83E2-AF0D34450670}" srcId="{010577E6-F6DD-41FF-903F-6844D86D04AE}" destId="{BA466FCD-624C-4FDA-9E3C-1953894F93F4}" srcOrd="0" destOrd="0" parTransId="{FF047197-BB7F-44C5-AAC4-50DF02181A84}" sibTransId="{E795C777-AFAE-40DB-B448-18240AE3E4F5}"/>
    <dgm:cxn modelId="{3E50C3BB-0673-43D1-9529-D57D568E1F64}" type="presParOf" srcId="{D1B0E45A-3F45-4D26-9C40-B34897A1CE46}" destId="{1EC1F717-40C2-4927-92EE-344A40F35550}" srcOrd="0" destOrd="0" presId="urn:microsoft.com/office/officeart/2018/2/layout/IconLabelDescriptionList"/>
    <dgm:cxn modelId="{371691EA-5784-4722-87D1-1C4029D8EDCA}" type="presParOf" srcId="{1EC1F717-40C2-4927-92EE-344A40F35550}" destId="{10DB0567-E450-4174-BB27-20F8C5610DF0}" srcOrd="0" destOrd="0" presId="urn:microsoft.com/office/officeart/2018/2/layout/IconLabelDescriptionList"/>
    <dgm:cxn modelId="{4CE7462B-6B64-4AD8-99CB-B16E29913D97}" type="presParOf" srcId="{1EC1F717-40C2-4927-92EE-344A40F35550}" destId="{3DE194A9-76E9-4947-A4A0-F04B20593902}" srcOrd="1" destOrd="0" presId="urn:microsoft.com/office/officeart/2018/2/layout/IconLabelDescriptionList"/>
    <dgm:cxn modelId="{7C6A8721-C5E8-4DAE-BAB6-4787B78785A4}" type="presParOf" srcId="{1EC1F717-40C2-4927-92EE-344A40F35550}" destId="{B8B731D1-3723-4186-BC64-A8D4E6286F28}" srcOrd="2" destOrd="0" presId="urn:microsoft.com/office/officeart/2018/2/layout/IconLabelDescriptionList"/>
    <dgm:cxn modelId="{5A3E5874-9CE0-4777-940B-CD9554B45521}" type="presParOf" srcId="{1EC1F717-40C2-4927-92EE-344A40F35550}" destId="{F1B91228-B46F-47DF-8D7B-BF5415A65586}" srcOrd="3" destOrd="0" presId="urn:microsoft.com/office/officeart/2018/2/layout/IconLabelDescriptionList"/>
    <dgm:cxn modelId="{6934E38E-E5BE-4F31-9F33-1D378244FD8A}" type="presParOf" srcId="{1EC1F717-40C2-4927-92EE-344A40F35550}" destId="{B78409A8-9F48-4960-B172-BC8896F38E47}" srcOrd="4" destOrd="0" presId="urn:microsoft.com/office/officeart/2018/2/layout/IconLabelDescriptionList"/>
    <dgm:cxn modelId="{CF01A083-762D-4921-860B-C234E9C20EBF}" type="presParOf" srcId="{D1B0E45A-3F45-4D26-9C40-B34897A1CE46}" destId="{C37B2A42-FEAF-4F6B-A202-369257A87592}" srcOrd="1" destOrd="0" presId="urn:microsoft.com/office/officeart/2018/2/layout/IconLabelDescriptionList"/>
    <dgm:cxn modelId="{A5972FA0-A491-418B-B4A2-79E8D5E706DB}" type="presParOf" srcId="{D1B0E45A-3F45-4D26-9C40-B34897A1CE46}" destId="{866D8738-1708-4419-A575-833180CD29B7}" srcOrd="2" destOrd="0" presId="urn:microsoft.com/office/officeart/2018/2/layout/IconLabelDescriptionList"/>
    <dgm:cxn modelId="{2E6362AA-5482-478D-978E-94931C66AF80}" type="presParOf" srcId="{866D8738-1708-4419-A575-833180CD29B7}" destId="{24C1EAC8-5729-4EC5-8E3D-A03297DB9253}" srcOrd="0" destOrd="0" presId="urn:microsoft.com/office/officeart/2018/2/layout/IconLabelDescriptionList"/>
    <dgm:cxn modelId="{9A016035-0E08-4853-8BE5-154F71E0ECE3}" type="presParOf" srcId="{866D8738-1708-4419-A575-833180CD29B7}" destId="{1268D99B-8A01-451F-9183-CA16B0F05315}" srcOrd="1" destOrd="0" presId="urn:microsoft.com/office/officeart/2018/2/layout/IconLabelDescriptionList"/>
    <dgm:cxn modelId="{E7908979-6BA1-4740-840A-3E21267C5F03}" type="presParOf" srcId="{866D8738-1708-4419-A575-833180CD29B7}" destId="{711C2A0D-4615-4D49-947E-F22F3B034956}" srcOrd="2" destOrd="0" presId="urn:microsoft.com/office/officeart/2018/2/layout/IconLabelDescriptionList"/>
    <dgm:cxn modelId="{969955B5-664F-48B3-B47F-40B5A023069C}" type="presParOf" srcId="{866D8738-1708-4419-A575-833180CD29B7}" destId="{9287AE95-C77D-4D94-802C-103F4E64C205}" srcOrd="3" destOrd="0" presId="urn:microsoft.com/office/officeart/2018/2/layout/IconLabelDescriptionList"/>
    <dgm:cxn modelId="{C4FE1AE7-8E54-477E-AA14-FDC55015C929}" type="presParOf" srcId="{866D8738-1708-4419-A575-833180CD29B7}" destId="{5EF1A9CC-BD26-435B-B86B-242CC13A6674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A9678D-5AE1-4D54-9C42-00BC479FA05E}">
      <dsp:nvSpPr>
        <dsp:cNvPr id="0" name=""/>
        <dsp:cNvSpPr/>
      </dsp:nvSpPr>
      <dsp:spPr>
        <a:xfrm>
          <a:off x="4049" y="476878"/>
          <a:ext cx="1323000" cy="1323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55BAD2-0AFB-4B6F-AC6A-13854EE7CAED}">
      <dsp:nvSpPr>
        <dsp:cNvPr id="0" name=""/>
        <dsp:cNvSpPr/>
      </dsp:nvSpPr>
      <dsp:spPr>
        <a:xfrm>
          <a:off x="4049" y="1974617"/>
          <a:ext cx="3780000" cy="56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SQLite Database: MIG_Cement_Records.db</a:t>
          </a:r>
        </a:p>
      </dsp:txBody>
      <dsp:txXfrm>
        <a:off x="4049" y="1974617"/>
        <a:ext cx="3780000" cy="567000"/>
      </dsp:txXfrm>
    </dsp:sp>
    <dsp:sp modelId="{CBA61712-2AF5-44AC-8B72-8BBE7DE48681}">
      <dsp:nvSpPr>
        <dsp:cNvPr id="0" name=""/>
        <dsp:cNvSpPr/>
      </dsp:nvSpPr>
      <dsp:spPr>
        <a:xfrm>
          <a:off x="4049" y="2622891"/>
          <a:ext cx="3780000" cy="1917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30 Construction Sites across 4 regions (North, South, East, West)</a:t>
          </a:r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3 Cement Types: CEM_I, CEM_II, CEM_III</a:t>
          </a:r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1,096 days of operational data per site (3 years)</a:t>
          </a:r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Key Features: Consumption, inventory, deliveries, weather data</a:t>
          </a:r>
        </a:p>
        <a:p>
          <a:pPr marL="0" lvl="0" indent="0" algn="l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Target Variable: Future cement demand (</a:t>
          </a:r>
          <a:r>
            <a:rPr lang="en-US" sz="1300" kern="1200" dirty="0" err="1"/>
            <a:t>consumed_tonnes</a:t>
          </a:r>
          <a:r>
            <a:rPr lang="en-US" sz="1300" kern="1200" dirty="0"/>
            <a:t>)</a:t>
          </a:r>
        </a:p>
      </dsp:txBody>
      <dsp:txXfrm>
        <a:off x="4049" y="2622891"/>
        <a:ext cx="3780000" cy="1917682"/>
      </dsp:txXfrm>
    </dsp:sp>
    <dsp:sp modelId="{557B70CE-2CD1-4A03-A0BA-8AA8E232D114}">
      <dsp:nvSpPr>
        <dsp:cNvPr id="0" name=""/>
        <dsp:cNvSpPr/>
      </dsp:nvSpPr>
      <dsp:spPr>
        <a:xfrm>
          <a:off x="4445550" y="476878"/>
          <a:ext cx="1323000" cy="1323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6EDE82-43B5-4A41-8D76-F7457468640E}">
      <dsp:nvSpPr>
        <dsp:cNvPr id="0" name=""/>
        <dsp:cNvSpPr/>
      </dsp:nvSpPr>
      <dsp:spPr>
        <a:xfrm>
          <a:off x="4445550" y="1974617"/>
          <a:ext cx="3780000" cy="567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800" kern="1200"/>
            <a:t>Total Records: 32,880 operational transactions</a:t>
          </a:r>
        </a:p>
      </dsp:txBody>
      <dsp:txXfrm>
        <a:off x="4445550" y="1974617"/>
        <a:ext cx="3780000" cy="567000"/>
      </dsp:txXfrm>
    </dsp:sp>
    <dsp:sp modelId="{09DEE772-36C9-4E64-B605-EF75CA66FD2F}">
      <dsp:nvSpPr>
        <dsp:cNvPr id="0" name=""/>
        <dsp:cNvSpPr/>
      </dsp:nvSpPr>
      <dsp:spPr>
        <a:xfrm>
          <a:off x="4445550" y="2622891"/>
          <a:ext cx="3780000" cy="191768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E88F17-FB54-486E-A5AC-4BFB5CC91E9A}">
      <dsp:nvSpPr>
        <dsp:cNvPr id="0" name=""/>
        <dsp:cNvSpPr/>
      </dsp:nvSpPr>
      <dsp:spPr>
        <a:xfrm>
          <a:off x="2411" y="350242"/>
          <a:ext cx="1912739" cy="11476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Data Processing:</a:t>
          </a:r>
        </a:p>
      </dsp:txBody>
      <dsp:txXfrm>
        <a:off x="2411" y="350242"/>
        <a:ext cx="1912739" cy="1147643"/>
      </dsp:txXfrm>
    </dsp:sp>
    <dsp:sp modelId="{BFAC54D8-71E9-4483-9A18-B82C1CECB977}">
      <dsp:nvSpPr>
        <dsp:cNvPr id="0" name=""/>
        <dsp:cNvSpPr/>
      </dsp:nvSpPr>
      <dsp:spPr>
        <a:xfrm>
          <a:off x="2106423" y="350242"/>
          <a:ext cx="1912739" cy="11476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SQLite database integration</a:t>
          </a:r>
        </a:p>
      </dsp:txBody>
      <dsp:txXfrm>
        <a:off x="2106423" y="350242"/>
        <a:ext cx="1912739" cy="1147643"/>
      </dsp:txXfrm>
    </dsp:sp>
    <dsp:sp modelId="{922F6B3B-6327-471A-B0CA-5B74B3721EDA}">
      <dsp:nvSpPr>
        <dsp:cNvPr id="0" name=""/>
        <dsp:cNvSpPr/>
      </dsp:nvSpPr>
      <dsp:spPr>
        <a:xfrm>
          <a:off x="4210436" y="350242"/>
          <a:ext cx="1912739" cy="11476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Feature engineering and data cleaning</a:t>
          </a:r>
        </a:p>
      </dsp:txBody>
      <dsp:txXfrm>
        <a:off x="4210436" y="350242"/>
        <a:ext cx="1912739" cy="1147643"/>
      </dsp:txXfrm>
    </dsp:sp>
    <dsp:sp modelId="{ACE04C0D-062D-4687-B1BD-E2B4BA96B087}">
      <dsp:nvSpPr>
        <dsp:cNvPr id="0" name=""/>
        <dsp:cNvSpPr/>
      </dsp:nvSpPr>
      <dsp:spPr>
        <a:xfrm>
          <a:off x="6314449" y="350242"/>
          <a:ext cx="1912739" cy="11476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Time-based feature creation</a:t>
          </a:r>
        </a:p>
      </dsp:txBody>
      <dsp:txXfrm>
        <a:off x="6314449" y="350242"/>
        <a:ext cx="1912739" cy="1147643"/>
      </dsp:txXfrm>
    </dsp:sp>
    <dsp:sp modelId="{359B2FCB-EC74-428F-B5D0-59206C0B2FDA}">
      <dsp:nvSpPr>
        <dsp:cNvPr id="0" name=""/>
        <dsp:cNvSpPr/>
      </dsp:nvSpPr>
      <dsp:spPr>
        <a:xfrm>
          <a:off x="2411" y="1689159"/>
          <a:ext cx="1912739" cy="11476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Machine Learning Pipeline:</a:t>
          </a:r>
        </a:p>
      </dsp:txBody>
      <dsp:txXfrm>
        <a:off x="2411" y="1689159"/>
        <a:ext cx="1912739" cy="1147643"/>
      </dsp:txXfrm>
    </dsp:sp>
    <dsp:sp modelId="{659EA2B7-3B46-4F8F-9EA5-F76538BA75CB}">
      <dsp:nvSpPr>
        <dsp:cNvPr id="0" name=""/>
        <dsp:cNvSpPr/>
      </dsp:nvSpPr>
      <dsp:spPr>
        <a:xfrm>
          <a:off x="2106423" y="1689159"/>
          <a:ext cx="1912739" cy="11476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Decision Trees, Time Series models</a:t>
          </a:r>
        </a:p>
      </dsp:txBody>
      <dsp:txXfrm>
        <a:off x="2106423" y="1689159"/>
        <a:ext cx="1912739" cy="1147643"/>
      </dsp:txXfrm>
    </dsp:sp>
    <dsp:sp modelId="{6E6FFE99-4852-4CE2-BC1B-6E5A3803D6F9}">
      <dsp:nvSpPr>
        <dsp:cNvPr id="0" name=""/>
        <dsp:cNvSpPr/>
      </dsp:nvSpPr>
      <dsp:spPr>
        <a:xfrm>
          <a:off x="4210436" y="1689159"/>
          <a:ext cx="1912739" cy="11476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Historical consumption + weather features</a:t>
          </a:r>
        </a:p>
      </dsp:txBody>
      <dsp:txXfrm>
        <a:off x="4210436" y="1689159"/>
        <a:ext cx="1912739" cy="1147643"/>
      </dsp:txXfrm>
    </dsp:sp>
    <dsp:sp modelId="{DA39EF4C-D402-49AD-89CB-14A0EE211074}">
      <dsp:nvSpPr>
        <dsp:cNvPr id="0" name=""/>
        <dsp:cNvSpPr/>
      </dsp:nvSpPr>
      <dsp:spPr>
        <a:xfrm>
          <a:off x="6314449" y="1689159"/>
          <a:ext cx="1912739" cy="11476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Time-series cross-validation</a:t>
          </a:r>
        </a:p>
      </dsp:txBody>
      <dsp:txXfrm>
        <a:off x="6314449" y="1689159"/>
        <a:ext cx="1912739" cy="1147643"/>
      </dsp:txXfrm>
    </dsp:sp>
    <dsp:sp modelId="{E2DD1D49-751B-4689-A956-669C31801D13}">
      <dsp:nvSpPr>
        <dsp:cNvPr id="0" name=""/>
        <dsp:cNvSpPr/>
      </dsp:nvSpPr>
      <dsp:spPr>
        <a:xfrm>
          <a:off x="1054417" y="3028077"/>
          <a:ext cx="1912739" cy="11476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Key Technologies:</a:t>
          </a:r>
        </a:p>
      </dsp:txBody>
      <dsp:txXfrm>
        <a:off x="1054417" y="3028077"/>
        <a:ext cx="1912739" cy="1147643"/>
      </dsp:txXfrm>
    </dsp:sp>
    <dsp:sp modelId="{F7D67DA2-9F07-4FF0-9BC0-2D9DD327544B}">
      <dsp:nvSpPr>
        <dsp:cNvPr id="0" name=""/>
        <dsp:cNvSpPr/>
      </dsp:nvSpPr>
      <dsp:spPr>
        <a:xfrm>
          <a:off x="3158430" y="3028077"/>
          <a:ext cx="1912739" cy="11476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Python, Pandas, Scikit-learn</a:t>
          </a:r>
        </a:p>
      </dsp:txBody>
      <dsp:txXfrm>
        <a:off x="3158430" y="3028077"/>
        <a:ext cx="1912739" cy="1147643"/>
      </dsp:txXfrm>
    </dsp:sp>
    <dsp:sp modelId="{FEA1FA9A-F26C-4AA5-9FF3-509F275358DD}">
      <dsp:nvSpPr>
        <dsp:cNvPr id="0" name=""/>
        <dsp:cNvSpPr/>
      </dsp:nvSpPr>
      <dsp:spPr>
        <a:xfrm>
          <a:off x="5262443" y="3028077"/>
          <a:ext cx="1912739" cy="11476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• Jupyter Notebook, SQLite, Dash App</a:t>
          </a:r>
        </a:p>
      </dsp:txBody>
      <dsp:txXfrm>
        <a:off x="5262443" y="3028077"/>
        <a:ext cx="1912739" cy="1147643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BAF817-C885-424F-AF4E-CE46AE9D1CA7}">
      <dsp:nvSpPr>
        <dsp:cNvPr id="0" name=""/>
        <dsp:cNvSpPr/>
      </dsp:nvSpPr>
      <dsp:spPr>
        <a:xfrm>
          <a:off x="1228141" y="207797"/>
          <a:ext cx="1317282" cy="122392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5C0DF4-03C7-4831-B16E-6A268B9E877B}">
      <dsp:nvSpPr>
        <dsp:cNvPr id="0" name=""/>
        <dsp:cNvSpPr/>
      </dsp:nvSpPr>
      <dsp:spPr>
        <a:xfrm>
          <a:off x="4950" y="1594142"/>
          <a:ext cx="3763664" cy="524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 dirty="0"/>
            <a:t>Key Achievements</a:t>
          </a:r>
        </a:p>
      </dsp:txBody>
      <dsp:txXfrm>
        <a:off x="4950" y="1594142"/>
        <a:ext cx="3763664" cy="524539"/>
      </dsp:txXfrm>
    </dsp:sp>
    <dsp:sp modelId="{4BF15955-517A-4127-BA54-6DF45D37E09D}">
      <dsp:nvSpPr>
        <dsp:cNvPr id="0" name=""/>
        <dsp:cNvSpPr/>
      </dsp:nvSpPr>
      <dsp:spPr>
        <a:xfrm>
          <a:off x="4950" y="2194225"/>
          <a:ext cx="3763664" cy="1790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✓ Achieved 5.60% MAPE - Excellent forecast accuracy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✓ Successfully analyzed 30 sites across 4 regions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✓ Identified critical inventory optimization opportunities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✓ Provided actionable insights for business decision-making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✓ Created scalable ML solution for cement demand forecasting</a:t>
          </a:r>
        </a:p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✓Develop a Dash App for stakeholder Interaction</a:t>
          </a:r>
        </a:p>
      </dsp:txBody>
      <dsp:txXfrm>
        <a:off x="4950" y="2194225"/>
        <a:ext cx="3763664" cy="1790781"/>
      </dsp:txXfrm>
    </dsp:sp>
    <dsp:sp modelId="{38F0FE91-7E62-4824-93C5-31BFA72FEABE}">
      <dsp:nvSpPr>
        <dsp:cNvPr id="0" name=""/>
        <dsp:cNvSpPr/>
      </dsp:nvSpPr>
      <dsp:spPr>
        <a:xfrm>
          <a:off x="5650447" y="207797"/>
          <a:ext cx="1317282" cy="122392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224E70-C59A-4C5F-A952-566D253AE111}">
      <dsp:nvSpPr>
        <dsp:cNvPr id="0" name=""/>
        <dsp:cNvSpPr/>
      </dsp:nvSpPr>
      <dsp:spPr>
        <a:xfrm>
          <a:off x="4427256" y="1594142"/>
          <a:ext cx="3763664" cy="52453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600" kern="1200" dirty="0"/>
            <a:t>Ready for Production Deployment &amp; Business Impact</a:t>
          </a:r>
        </a:p>
      </dsp:txBody>
      <dsp:txXfrm>
        <a:off x="4427256" y="1594142"/>
        <a:ext cx="3763664" cy="524539"/>
      </dsp:txXfrm>
    </dsp:sp>
    <dsp:sp modelId="{EC40E679-5AC2-4F69-AF29-E96713AF70EA}">
      <dsp:nvSpPr>
        <dsp:cNvPr id="0" name=""/>
        <dsp:cNvSpPr/>
      </dsp:nvSpPr>
      <dsp:spPr>
        <a:xfrm>
          <a:off x="4427256" y="2194225"/>
          <a:ext cx="3763664" cy="179078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DB0567-E450-4174-BB27-20F8C5610DF0}">
      <dsp:nvSpPr>
        <dsp:cNvPr id="0" name=""/>
        <dsp:cNvSpPr/>
      </dsp:nvSpPr>
      <dsp:spPr>
        <a:xfrm>
          <a:off x="7473" y="1992"/>
          <a:ext cx="1336459" cy="12582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B731D1-3723-4186-BC64-A8D4E6286F28}">
      <dsp:nvSpPr>
        <dsp:cNvPr id="0" name=""/>
        <dsp:cNvSpPr/>
      </dsp:nvSpPr>
      <dsp:spPr>
        <a:xfrm>
          <a:off x="7473" y="1436087"/>
          <a:ext cx="3818454" cy="539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Strategic Recommendations</a:t>
          </a:r>
        </a:p>
      </dsp:txBody>
      <dsp:txXfrm>
        <a:off x="7473" y="1436087"/>
        <a:ext cx="3818454" cy="539228"/>
      </dsp:txXfrm>
    </dsp:sp>
    <dsp:sp modelId="{B78409A8-9F48-4960-B172-BC8896F38E47}">
      <dsp:nvSpPr>
        <dsp:cNvPr id="0" name=""/>
        <dsp:cNvSpPr/>
      </dsp:nvSpPr>
      <dsp:spPr>
        <a:xfrm>
          <a:off x="7473" y="2057127"/>
          <a:ext cx="3818454" cy="2285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Immediate: Deploy model for sites with MAPE &lt; 5% (20 sites)</a:t>
          </a:r>
        </a:p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Short-term: Implement automated reordering for conservative sites</a:t>
          </a:r>
        </a:p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Medium-term: Integrate real-time weather data for improved accuracy</a:t>
          </a:r>
        </a:p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Long-term: Expand to advanced models (LSTM, Prophet) for complex sites</a:t>
          </a:r>
        </a:p>
        <a:p>
          <a:pPr marL="0" lvl="0" indent="0" algn="just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Operational: Mobile application for field teams and Trainings</a:t>
          </a:r>
        </a:p>
      </dsp:txBody>
      <dsp:txXfrm>
        <a:off x="7473" y="2057127"/>
        <a:ext cx="3818454" cy="2285867"/>
      </dsp:txXfrm>
    </dsp:sp>
    <dsp:sp modelId="{24C1EAC8-5729-4EC5-8E3D-A03297DB9253}">
      <dsp:nvSpPr>
        <dsp:cNvPr id="0" name=""/>
        <dsp:cNvSpPr/>
      </dsp:nvSpPr>
      <dsp:spPr>
        <a:xfrm>
          <a:off x="4494158" y="1992"/>
          <a:ext cx="1336459" cy="12582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11C2A0D-4615-4D49-947E-F22F3B034956}">
      <dsp:nvSpPr>
        <dsp:cNvPr id="0" name=""/>
        <dsp:cNvSpPr/>
      </dsp:nvSpPr>
      <dsp:spPr>
        <a:xfrm>
          <a:off x="4494158" y="1436087"/>
          <a:ext cx="3818454" cy="5392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900" kern="1200"/>
            <a:t>Future: ERP integration and multi-step ahead forecasting</a:t>
          </a:r>
        </a:p>
      </dsp:txBody>
      <dsp:txXfrm>
        <a:off x="4494158" y="1436087"/>
        <a:ext cx="3818454" cy="539228"/>
      </dsp:txXfrm>
    </dsp:sp>
    <dsp:sp modelId="{5EF1A9CC-BD26-435B-B86B-242CC13A6674}">
      <dsp:nvSpPr>
        <dsp:cNvPr id="0" name=""/>
        <dsp:cNvSpPr/>
      </dsp:nvSpPr>
      <dsp:spPr>
        <a:xfrm>
          <a:off x="4494158" y="2057127"/>
          <a:ext cx="3818454" cy="228586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A2F0FD-1044-4CDB-BDF8-5FB11F8B820B}" type="datetimeFigureOut">
              <a:rPr lang="en-GB" smtClean="0"/>
              <a:t>14/11/2025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49BA45-8F32-4B79-A83C-87CF36D2082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8504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4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Professional project introduction</a:t>
            </a:r>
            <a:endParaRPr lang="en-GB" sz="1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9BA45-8F32-4B79-A83C-87CF36D2082C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90008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Clear presentation roadmap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9BA45-8F32-4B79-A83C-87CF36D2082C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41201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Context and challenges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9BA45-8F32-4B79-A83C-87CF36D2082C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49391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 architecture and volume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9BA45-8F32-4B79-A83C-87CF36D2082C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45908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678079-3F3B-4186-BD4B-FD4E375E58F1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94362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Critical business discoveries</a:t>
            </a:r>
          </a:p>
          <a:p>
            <a:br>
              <a:rPr lang="en-GB" dirty="0"/>
            </a:b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9BA45-8F32-4B79-A83C-87CF36D2082C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254106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Regional analysis reveals distinct inventory patterns. East region shows balanced performance while aggressive sites face high stockout risks.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9BA45-8F32-4B79-A83C-87CF36D2082C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29756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Cement type differentiation for specialized demand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9BA45-8F32-4B79-A83C-87CF36D2082C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847421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Cement </a:t>
            </a:r>
            <a:r>
              <a:rPr lang="en-GB" dirty="0"/>
              <a:t>Demand by Region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678079-3F3B-4186-BD4B-FD4E375E58F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63411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The higher the weather, the lower the cement consumption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9BA45-8F32-4B79-A83C-87CF36D2082C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0573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Model Performance Featuring Decision-Tree MAPE: &lt;= 5.60% and RMSE: 2.05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9BA45-8F32-4B79-A83C-87CF36D2082C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98448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Decision Tree model achieves 5.60% MAPE with consistent performance across sites. Lower RMSE correlates with stable consumption patterns.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9BA45-8F32-4B79-A83C-87CF36D2082C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580592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Quantified benefits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9BA45-8F32-4B79-A83C-87CF36D2082C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359730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Project achievements summary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9BA45-8F32-4B79-A83C-87CF36D2082C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61178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atinLnBrk="0"/>
            <a:r>
              <a:rPr lang="en-GB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Strategic roadmap</a:t>
            </a:r>
          </a:p>
          <a:p>
            <a:br>
              <a:rPr lang="en-GB" dirty="0"/>
            </a:b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49BA45-8F32-4B79-A83C-87CF36D2082C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88337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09FF9A-4FCE-468E-A86A-C9AB525EA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21E12D4-3A88-428D-8E5E-AF1AFD923D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Yellow and white truck">
            <a:extLst>
              <a:ext uri="{FF2B5EF4-FFF2-40B4-BE49-F238E27FC236}">
                <a16:creationId xmlns:a16="http://schemas.microsoft.com/office/drawing/2014/main" id="{B62AAC01-4141-27FB-E2DE-2095DA597E2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60000"/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28650" y="914402"/>
            <a:ext cx="7886700" cy="2985923"/>
          </a:xfrm>
        </p:spPr>
        <p:txBody>
          <a:bodyPr>
            <a:normAutofit/>
          </a:bodyPr>
          <a:lstStyle/>
          <a:p>
            <a:pPr>
              <a:defRPr sz="4400">
                <a:solidFill>
                  <a:srgbClr val="1F497D"/>
                </a:solidFill>
              </a:defRPr>
            </a:pPr>
            <a:r>
              <a:rPr lang="en-US" sz="4500">
                <a:solidFill>
                  <a:srgbClr val="FFFFFF"/>
                </a:solidFill>
              </a:rPr>
              <a:t>Cement Demand Forecasting Across Multiple Sites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8650" y="4072040"/>
            <a:ext cx="7886700" cy="1384310"/>
          </a:xfrm>
        </p:spPr>
        <p:txBody>
          <a:bodyPr>
            <a:normAutofit/>
          </a:bodyPr>
          <a:lstStyle/>
          <a:p>
            <a:pPr>
              <a:defRPr sz="2000">
                <a:solidFill>
                  <a:srgbClr val="4F81BD"/>
                </a:solidFill>
              </a:defRPr>
            </a:pPr>
            <a:r>
              <a:rPr lang="en-US" sz="2000">
                <a:solidFill>
                  <a:srgbClr val="FFFFFF"/>
                </a:solidFill>
              </a:rPr>
              <a:t>Machine Learning Solution for Inventory Optimization</a:t>
            </a:r>
          </a:p>
          <a:p>
            <a:pPr>
              <a:defRPr sz="2000">
                <a:solidFill>
                  <a:srgbClr val="4F81BD"/>
                </a:solidFill>
              </a:defRPr>
            </a:pPr>
            <a:endParaRPr lang="en-US" sz="2000">
              <a:solidFill>
                <a:srgbClr val="FFFFFF"/>
              </a:solidFill>
            </a:endParaRPr>
          </a:p>
          <a:p>
            <a:pPr>
              <a:defRPr sz="2000">
                <a:solidFill>
                  <a:srgbClr val="4F81BD"/>
                </a:solidFill>
              </a:defRPr>
            </a:pPr>
            <a:r>
              <a:rPr lang="en-US" sz="2000">
                <a:solidFill>
                  <a:srgbClr val="FFFFFF"/>
                </a:solidFill>
              </a:rPr>
              <a:t>Data Science Project Presentation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GB" sz="3500"/>
              <a:t>Presentation 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1700"/>
              <a:t>Business Problem &amp; Objectives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700"/>
              <a:t>Dataset Overview &amp; Architecture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700"/>
              <a:t>Technical Implementation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700"/>
              <a:t>Model Performance Results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700"/>
              <a:t>Key Insights &amp; Visualizations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700"/>
              <a:t>Business Impact &amp; ROI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700"/>
              <a:t>Recommendations &amp; Next Steps</a:t>
            </a:r>
          </a:p>
        </p:txBody>
      </p:sp>
      <p:pic>
        <p:nvPicPr>
          <p:cNvPr id="5" name="Picture 4" descr="Abstract background of polygonal shape">
            <a:extLst>
              <a:ext uri="{FF2B5EF4-FFF2-40B4-BE49-F238E27FC236}">
                <a16:creationId xmlns:a16="http://schemas.microsoft.com/office/drawing/2014/main" id="{EB3846FD-9242-15BA-47B7-1BD1F4293BE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8111" r="37506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GB" sz="3500"/>
              <a:t>Business Problem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1" y="2743200"/>
            <a:ext cx="4354830" cy="361314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Challenge: Construction sites face significant cement inventory management issues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Variable demand patterns across 30 different construction sites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Weather-dependent construction activities affecting consumption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Different site behaviors (aggressive vs conservative ordering)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Storage capacity constraints (120-487 tonnes per site)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 dirty="0"/>
              <a:t>High costs of stockouts vs excess inventory management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1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400" dirty="0"/>
              <a:t>Objective: Develop ML solution to forecast cement demand and optimize inventory</a:t>
            </a:r>
          </a:p>
        </p:txBody>
      </p:sp>
      <p:pic>
        <p:nvPicPr>
          <p:cNvPr id="5" name="Picture 4" descr="Sunset silhouette of scaffolding in construction site">
            <a:extLst>
              <a:ext uri="{FF2B5EF4-FFF2-40B4-BE49-F238E27FC236}">
                <a16:creationId xmlns:a16="http://schemas.microsoft.com/office/drawing/2014/main" id="{AF3E2608-8232-BBB6-7E83-A371CE1484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9653" r="25797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 &amp; Architecture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DAD058A-D4A0-3C24-24BE-6A6C8CC963F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57200" y="1417638"/>
          <a:ext cx="8229600" cy="501745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Implementation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15DEB9B5-B6DC-427D-7E07-63034925891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4197029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GB" sz="3500">
                <a:solidFill>
                  <a:srgbClr val="FFFFFF"/>
                </a:solidFill>
              </a:rPr>
              <a:t>Strategic Approach</a:t>
            </a:r>
          </a:p>
        </p:txBody>
      </p:sp>
      <p:sp>
        <p:nvSpPr>
          <p:cNvPr id="26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GB" sz="1600"/>
              <a:t>📊 Data-Driven Decision Making: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600"/>
              <a:t>	• Historical pattern analysis for trend identification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600"/>
              <a:t>	• Real-time monitoring and adaptive forecasting</a:t>
            </a:r>
          </a:p>
          <a:p>
            <a:pPr>
              <a:lnSpc>
                <a:spcPct val="90000"/>
              </a:lnSpc>
            </a:pPr>
            <a:endParaRPr lang="en-GB" sz="1600"/>
          </a:p>
          <a:p>
            <a:pPr marL="0" indent="0">
              <a:lnSpc>
                <a:spcPct val="90000"/>
              </a:lnSpc>
              <a:buNone/>
            </a:pPr>
            <a:r>
              <a:rPr lang="en-GB" sz="1600"/>
              <a:t>🎯 Multi-Level Forecasting Strategy: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600"/>
              <a:t>	• Site-specific models for local patterns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600"/>
              <a:t>	• Regional aggregation for supply chain optimization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600"/>
              <a:t>	• Cement type differentiation for specialized demand</a:t>
            </a:r>
          </a:p>
          <a:p>
            <a:pPr marL="0" indent="0">
              <a:lnSpc>
                <a:spcPct val="90000"/>
              </a:lnSpc>
              <a:buNone/>
            </a:pPr>
            <a:endParaRPr lang="en-GB" sz="1600"/>
          </a:p>
          <a:p>
            <a:pPr marL="0" indent="0">
              <a:lnSpc>
                <a:spcPct val="90000"/>
              </a:lnSpc>
              <a:buNone/>
            </a:pPr>
            <a:r>
              <a:rPr lang="en-GB" sz="1600"/>
              <a:t>⚡ Agile Implementation: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600"/>
              <a:t>	• Phased rollout across sites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600"/>
              <a:t>	• Continuous model improvement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GB" sz="1600"/>
              <a:t>	• Stakeholder feedback integration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Magnifying glass showing decling performance">
            <a:extLst>
              <a:ext uri="{FF2B5EF4-FFF2-40B4-BE49-F238E27FC236}">
                <a16:creationId xmlns:a16="http://schemas.microsoft.com/office/drawing/2014/main" id="{D3476FFE-9773-AF25-DC1C-2979A4F833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971" r="45535" b="-2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GB" sz="3500"/>
              <a:t>Key Insights &amp; Patterns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4454643" cy="349687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400"/>
              <a:t>Critical Business Insights Discovered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/>
              <a:t>Site Behavior Impact: Conservative sites show 98%+ overstocking rates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/>
              <a:t>Regional Patterns: East region has most diverse consumption patterns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/>
              <a:t>Weather Correlation: Rainfall significantly affects daily consumption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/>
              <a:t>Capacity Utilization: Sites with smaller silos show higher stockout risk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400"/>
              <a:t>Seasonal Trends: Clear patterns in cement demand across seasons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400"/>
              <a:t>Top Predictive Features: Historical consumption, weather, site capacity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lowchart: Document 16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8631" y="0"/>
            <a:ext cx="2436019" cy="3400426"/>
          </a:xfrm>
          <a:prstGeom prst="flowChartDocumen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628650" y="171162"/>
            <a:ext cx="2130136" cy="2371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 b="1">
                <a:solidFill>
                  <a:srgbClr val="1F497D"/>
                </a:solidFill>
              </a:defRPr>
            </a:pPr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Business KPI Analysis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B02087A-5C26-2B1E-A077-FA5598F617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14649" y="1604084"/>
            <a:ext cx="5751953" cy="390517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22632" y="1922631"/>
            <a:ext cx="6875818" cy="3030558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663321" y="3165298"/>
            <a:ext cx="4355594" cy="3028952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742858" y="2085760"/>
            <a:ext cx="6857572" cy="268605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1161554" y="1712395"/>
            <a:ext cx="4808302" cy="3066500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3E911F-E293-2D44-A0C7-9050A2297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5133" y="2641376"/>
            <a:ext cx="2713094" cy="131340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35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Cement Type Demand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EB762D-B3ED-B4FF-A0E4-976E7F59DF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76821" y="861602"/>
            <a:ext cx="5419311" cy="5134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959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096642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2" y="-1"/>
            <a:ext cx="9144001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524784" y="248038"/>
            <a:ext cx="5297791" cy="1159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2400" b="1"/>
            </a:pPr>
            <a:r>
              <a:rPr lang="en-US" sz="35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Regional Demand Patterns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2B147D-6476-E697-E315-4BE0B2AE13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168" y="2142795"/>
            <a:ext cx="8495662" cy="40991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Weather Impact on Cement Consumption</a:t>
            </a:r>
          </a:p>
        </p:txBody>
      </p:sp>
      <p:pic>
        <p:nvPicPr>
          <p:cNvPr id="3" name="Picture 2" descr="weather_imp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371600"/>
            <a:ext cx="73152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47ADE106-DEDE-D03B-B623-4EF46A8210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3006" r="22619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GB" sz="3500"/>
              <a:t>Model Performance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GB" sz="1700" dirty="0"/>
              <a:t>Decision Tree Model Performance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700" dirty="0"/>
              <a:t>Overall MAPE: 5.60% (Excellent forecast accuracy)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700" dirty="0"/>
              <a:t>Overall RMSE: 2.05 tonnes (Low prediction error)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700" dirty="0"/>
              <a:t>Best performing sites: MAPE &lt; 2% (Sites 2, 4, 9, 15, 19, 27)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700" dirty="0"/>
              <a:t>Challenging sites: MAPE &gt; 8% (Sites 8, 17, 22, 30)</a:t>
            </a:r>
          </a:p>
          <a:p>
            <a:pPr lvl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GB" sz="1700" dirty="0"/>
              <a:t>Model successfully handles diverse site behaviours</a:t>
            </a: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GB" sz="1700" dirty="0"/>
              <a:t>Industry Benchmark: &lt;15% MAPE considered excellent ✓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19431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rPr dirty="0"/>
              <a:t>Model Performance Analysis</a:t>
            </a:r>
          </a:p>
        </p:txBody>
      </p:sp>
      <p:pic>
        <p:nvPicPr>
          <p:cNvPr id="4" name="Picture 3" descr="model_performance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1417" y="1138036"/>
            <a:ext cx="4083287" cy="1402470"/>
          </a:xfrm>
        </p:spPr>
        <p:txBody>
          <a:bodyPr anchor="t">
            <a:normAutofit/>
          </a:bodyPr>
          <a:lstStyle/>
          <a:p>
            <a:r>
              <a:rPr lang="en-GB" sz="2800" dirty="0"/>
              <a:t>Business Impact &amp; ROI</a:t>
            </a:r>
          </a:p>
        </p:txBody>
      </p:sp>
      <p:pic>
        <p:nvPicPr>
          <p:cNvPr id="5" name="Picture 4" descr="Angled shot of pen on a graph">
            <a:extLst>
              <a:ext uri="{FF2B5EF4-FFF2-40B4-BE49-F238E27FC236}">
                <a16:creationId xmlns:a16="http://schemas.microsoft.com/office/drawing/2014/main" id="{8D715D53-A9AD-D0C2-A6B3-2CB59932F9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466" r="49931" b="-1"/>
          <a:stretch>
            <a:fillRect/>
          </a:stretch>
        </p:blipFill>
        <p:spPr>
          <a:xfrm>
            <a:off x="20" y="10"/>
            <a:ext cx="3863363" cy="6857990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478772" y="871146"/>
            <a:ext cx="552705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01417" y="2551176"/>
            <a:ext cx="4456833" cy="4055364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Quantified Business Benefits</a:t>
            </a:r>
          </a:p>
          <a:p>
            <a:pPr marL="0" indent="0">
              <a:lnSpc>
                <a:spcPct val="90000"/>
              </a:lnSpc>
              <a:buNone/>
            </a:pPr>
            <a:endParaRPr lang="en-US" sz="1600" dirty="0"/>
          </a:p>
          <a:p>
            <a:pPr lvl="1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Inventory Optimization: Reduced excess inventory by identifying overstocking</a:t>
            </a:r>
          </a:p>
          <a:p>
            <a:pPr lvl="1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Stockout Prevention: Early warning system for high-risk sites</a:t>
            </a:r>
          </a:p>
          <a:p>
            <a:pPr lvl="1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Cost Savings: Optimized delivery scheduling and capacity planning</a:t>
            </a:r>
          </a:p>
          <a:p>
            <a:pPr lvl="1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Operational Efficiency: 5.6% forecast accuracy enables better planning</a:t>
            </a:r>
          </a:p>
          <a:p>
            <a:pPr lvl="1" algn="just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Risk Management: Identified 60%+ stockout rates at aggressive sites</a:t>
            </a:r>
          </a:p>
          <a:p>
            <a:pPr marL="457200" lvl="1" indent="0">
              <a:lnSpc>
                <a:spcPct val="90000"/>
              </a:lnSpc>
              <a:buNone/>
            </a:pPr>
            <a:endParaRPr lang="en-US" sz="16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Char char="Ø"/>
            </a:pPr>
            <a:r>
              <a:rPr lang="en-US" sz="1600" dirty="0"/>
              <a:t>Estimated ROI: 15-25% reduction in inventory carrying costs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GB" sz="3500" dirty="0">
                <a:solidFill>
                  <a:srgbClr val="FFFFFF"/>
                </a:solidFill>
              </a:rPr>
              <a:t>Project Success &amp; Conclusion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7C09494-BCA3-D453-6EB2-021521516C4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10900854"/>
              </p:ext>
            </p:extLst>
          </p:nvPr>
        </p:nvGraphicFramePr>
        <p:xfrm>
          <a:off x="483042" y="1597335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738F59A4-4431-460D-8E49-6E65C189A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A919B9C-5C01-47E4-B2F2-45F589208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85A82CE-D835-4542-BE8D-62A8F5A943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63D7EF0-3AC8-4029-B55D-EBDD733D3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accent4">
                <a:lumMod val="75000"/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3147" y="365125"/>
            <a:ext cx="8317705" cy="1325563"/>
          </a:xfrm>
        </p:spPr>
        <p:txBody>
          <a:bodyPr>
            <a:normAutofit/>
          </a:bodyPr>
          <a:lstStyle/>
          <a:p>
            <a:r>
              <a:rPr lang="en-GB" sz="3500"/>
              <a:t>Recommendations &amp; Next Steps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E5C030B-609C-1E4C-E53A-7741061756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625367"/>
              </p:ext>
            </p:extLst>
          </p:nvPr>
        </p:nvGraphicFramePr>
        <p:xfrm>
          <a:off x="410766" y="2055812"/>
          <a:ext cx="8320087" cy="43449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42996" y="4267832"/>
            <a:ext cx="3604497" cy="1297115"/>
          </a:xfrm>
        </p:spPr>
        <p:txBody>
          <a:bodyPr anchor="t">
            <a:normAutofit/>
          </a:bodyPr>
          <a:lstStyle/>
          <a:p>
            <a:pPr algn="l"/>
            <a:r>
              <a:rPr lang="en-GB" sz="3500">
                <a:solidFill>
                  <a:schemeClr val="tx2"/>
                </a:solidFill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43224" y="3428999"/>
            <a:ext cx="3604268" cy="838831"/>
          </a:xfrm>
        </p:spPr>
        <p:txBody>
          <a:bodyPr anchor="b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100">
                <a:solidFill>
                  <a:schemeClr val="tx2"/>
                </a:solidFill>
              </a:rPr>
              <a:t>Questions &amp; Discussion</a:t>
            </a:r>
          </a:p>
          <a:p>
            <a:pPr algn="l">
              <a:lnSpc>
                <a:spcPct val="90000"/>
              </a:lnSpc>
            </a:pPr>
            <a:endParaRPr lang="en-US" sz="1100">
              <a:solidFill>
                <a:schemeClr val="tx2"/>
              </a:solidFill>
            </a:endParaRPr>
          </a:p>
          <a:p>
            <a:pPr algn="l">
              <a:lnSpc>
                <a:spcPct val="90000"/>
              </a:lnSpc>
            </a:pPr>
            <a:r>
              <a:rPr lang="en-US" sz="1100">
                <a:solidFill>
                  <a:schemeClr val="tx2"/>
                </a:solidFill>
              </a:rPr>
              <a:t>Cement Demand Forecasting Project</a:t>
            </a:r>
          </a:p>
          <a:p>
            <a:pPr algn="l">
              <a:lnSpc>
                <a:spcPct val="90000"/>
              </a:lnSpc>
            </a:pPr>
            <a:r>
              <a:rPr lang="en-US" sz="1100">
                <a:solidFill>
                  <a:schemeClr val="tx2"/>
                </a:solidFill>
              </a:rPr>
              <a:t>Data Science Team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1D16C8CB-0DD4-1BDB-56F3-5DB9DDAEBA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55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189" y="-5977"/>
            <a:ext cx="467900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1612</TotalTime>
  <Words>806</Words>
  <Application>Microsoft Office PowerPoint</Application>
  <PresentationFormat>On-screen Show (4:3)</PresentationFormat>
  <Paragraphs>139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Calibri</vt:lpstr>
      <vt:lpstr>Wingdings</vt:lpstr>
      <vt:lpstr>Office Theme</vt:lpstr>
      <vt:lpstr>Cement Demand Forecasting Across Multiple Sites</vt:lpstr>
      <vt:lpstr>Presentation Agenda</vt:lpstr>
      <vt:lpstr>Business Problem &amp; Objectives</vt:lpstr>
      <vt:lpstr>Dataset Overview &amp; Architecture</vt:lpstr>
      <vt:lpstr>Technical Implementation</vt:lpstr>
      <vt:lpstr>Strategic Approach</vt:lpstr>
      <vt:lpstr>Key Insights &amp; Patterns</vt:lpstr>
      <vt:lpstr>PowerPoint Presentation</vt:lpstr>
      <vt:lpstr>Cement Type Demand</vt:lpstr>
      <vt:lpstr>PowerPoint Presentation</vt:lpstr>
      <vt:lpstr>PowerPoint Presentation</vt:lpstr>
      <vt:lpstr>Model Performance Results</vt:lpstr>
      <vt:lpstr>PowerPoint Presentation</vt:lpstr>
      <vt:lpstr>Business Impact &amp; ROI</vt:lpstr>
      <vt:lpstr>Project Success &amp; Conclusion</vt:lpstr>
      <vt:lpstr>Recommendations &amp; Next Steps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Oluwadamilare Hassan</cp:lastModifiedBy>
  <cp:revision>1</cp:revision>
  <dcterms:created xsi:type="dcterms:W3CDTF">2013-01-27T09:14:16Z</dcterms:created>
  <dcterms:modified xsi:type="dcterms:W3CDTF">2025-11-15T18:26:48Z</dcterms:modified>
  <cp:category/>
</cp:coreProperties>
</file>